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omments/comment1.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0" r:id="rId2"/>
    <p:sldId id="257" r:id="rId3"/>
    <p:sldId id="258" r:id="rId4"/>
    <p:sldId id="262" r:id="rId5"/>
    <p:sldId id="263" r:id="rId6"/>
    <p:sldId id="259" r:id="rId7"/>
    <p:sldId id="261"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hiovaro Zach (BCW8TRG)" initials="CZ(" lastIdx="1" clrIdx="0">
    <p:extLst>
      <p:ext uri="{19B8F6BF-5375-455C-9EA6-DF929625EA0E}">
        <p15:presenceInfo xmlns:p15="http://schemas.microsoft.com/office/powerpoint/2012/main" userId="S-1-5-21-1078081533-1757981266-682003330-1564236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14" autoAdjust="0"/>
    <p:restoredTop sz="94660"/>
  </p:normalViewPr>
  <p:slideViewPr>
    <p:cSldViewPr snapToGrid="0">
      <p:cViewPr varScale="1">
        <p:scale>
          <a:sx n="70" d="100"/>
          <a:sy n="70" d="100"/>
        </p:scale>
        <p:origin x="53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commentAuthors" Target="commentAuthor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1-03-18T13:53:38.322" idx="1">
    <p:pos x="10" y="10"/>
    <p:text/>
    <p:extLst>
      <p:ext uri="{C676402C-5697-4E1C-873F-D02D1690AC5C}">
        <p15:threadingInfo xmlns:p15="http://schemas.microsoft.com/office/powerpoint/2012/main" timeZoneBias="240"/>
      </p:ext>
    </p:extLst>
  </p:cm>
</p: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FFDCD03F-4022-497B-BD55-25EC25C94A10}" type="datetimeFigureOut">
              <a:rPr lang="en-US" smtClean="0"/>
              <a:t>3/25/2021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14719C-38EF-4BB7-87D6-01633F4660DA}" type="slidenum">
              <a:rPr lang="en-US" smtClean="0"/>
              <a:t>‹#›</a:t>
            </a:fld>
            <a:endParaRPr lang="en-US"/>
          </a:p>
        </p:txBody>
      </p:sp>
    </p:spTree>
    <p:extLst>
      <p:ext uri="{BB962C8B-B14F-4D97-AF65-F5344CB8AC3E}">
        <p14:creationId xmlns:p14="http://schemas.microsoft.com/office/powerpoint/2010/main" val="17973980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FDCD03F-4022-497B-BD55-25EC25C94A10}" type="datetimeFigureOut">
              <a:rPr lang="en-US" smtClean="0"/>
              <a:t>3/25/2021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14719C-38EF-4BB7-87D6-01633F4660DA}" type="slidenum">
              <a:rPr lang="en-US" smtClean="0"/>
              <a:t>‹#›</a:t>
            </a:fld>
            <a:endParaRPr lang="en-US"/>
          </a:p>
        </p:txBody>
      </p:sp>
    </p:spTree>
    <p:extLst>
      <p:ext uri="{BB962C8B-B14F-4D97-AF65-F5344CB8AC3E}">
        <p14:creationId xmlns:p14="http://schemas.microsoft.com/office/powerpoint/2010/main" val="31839659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FDCD03F-4022-497B-BD55-25EC25C94A10}" type="datetimeFigureOut">
              <a:rPr lang="en-US" smtClean="0"/>
              <a:t>3/25/2021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14719C-38EF-4BB7-87D6-01633F4660DA}" type="slidenum">
              <a:rPr lang="en-US" smtClean="0"/>
              <a:t>‹#›</a:t>
            </a:fld>
            <a:endParaRPr lang="en-US"/>
          </a:p>
        </p:txBody>
      </p:sp>
    </p:spTree>
    <p:extLst>
      <p:ext uri="{BB962C8B-B14F-4D97-AF65-F5344CB8AC3E}">
        <p14:creationId xmlns:p14="http://schemas.microsoft.com/office/powerpoint/2010/main" val="26185024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FFDCD03F-4022-497B-BD55-25EC25C94A10}" type="datetimeFigureOut">
              <a:rPr lang="en-US" smtClean="0"/>
              <a:t>3/25/2021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714719C-38EF-4BB7-87D6-01633F4660DA}" type="slidenum">
              <a:rPr lang="en-US" smtClean="0"/>
              <a:t>‹#›</a:t>
            </a:fld>
            <a:endParaRPr lang="en-US"/>
          </a:p>
        </p:txBody>
      </p:sp>
    </p:spTree>
    <p:extLst>
      <p:ext uri="{BB962C8B-B14F-4D97-AF65-F5344CB8AC3E}">
        <p14:creationId xmlns:p14="http://schemas.microsoft.com/office/powerpoint/2010/main" val="14578531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FFDCD03F-4022-497B-BD55-25EC25C94A10}" type="datetimeFigureOut">
              <a:rPr lang="en-US" smtClean="0"/>
              <a:t>3/25/2021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714719C-38EF-4BB7-87D6-01633F4660DA}" type="slidenum">
              <a:rPr lang="en-US" smtClean="0"/>
              <a:t>‹#›</a:t>
            </a:fld>
            <a:endParaRPr lang="en-US"/>
          </a:p>
        </p:txBody>
      </p:sp>
    </p:spTree>
    <p:extLst>
      <p:ext uri="{BB962C8B-B14F-4D97-AF65-F5344CB8AC3E}">
        <p14:creationId xmlns:p14="http://schemas.microsoft.com/office/powerpoint/2010/main" val="17760365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FDCD03F-4022-497B-BD55-25EC25C94A10}" type="datetimeFigureOut">
              <a:rPr lang="en-US" smtClean="0"/>
              <a:t>3/25/2021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714719C-38EF-4BB7-87D6-01633F4660DA}" type="slidenum">
              <a:rPr lang="en-US" smtClean="0"/>
              <a:t>‹#›</a:t>
            </a:fld>
            <a:endParaRPr lang="en-US"/>
          </a:p>
        </p:txBody>
      </p:sp>
    </p:spTree>
    <p:extLst>
      <p:ext uri="{BB962C8B-B14F-4D97-AF65-F5344CB8AC3E}">
        <p14:creationId xmlns:p14="http://schemas.microsoft.com/office/powerpoint/2010/main" val="2435051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FDCD03F-4022-497B-BD55-25EC25C94A10}" type="datetimeFigureOut">
              <a:rPr lang="en-US" smtClean="0"/>
              <a:t>3/25/2021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714719C-38EF-4BB7-87D6-01633F4660DA}" type="slidenum">
              <a:rPr lang="en-US" smtClean="0"/>
              <a:t>‹#›</a:t>
            </a:fld>
            <a:endParaRPr lang="en-US"/>
          </a:p>
        </p:txBody>
      </p:sp>
    </p:spTree>
    <p:extLst>
      <p:ext uri="{BB962C8B-B14F-4D97-AF65-F5344CB8AC3E}">
        <p14:creationId xmlns:p14="http://schemas.microsoft.com/office/powerpoint/2010/main" val="32798597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FDCD03F-4022-497B-BD55-25EC25C94A10}" type="datetimeFigureOut">
              <a:rPr lang="en-US" smtClean="0"/>
              <a:t>3/25/2021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714719C-38EF-4BB7-87D6-01633F4660DA}" type="slidenum">
              <a:rPr lang="en-US" smtClean="0"/>
              <a:t>‹#›</a:t>
            </a:fld>
            <a:endParaRPr lang="en-US"/>
          </a:p>
        </p:txBody>
      </p:sp>
    </p:spTree>
    <p:extLst>
      <p:ext uri="{BB962C8B-B14F-4D97-AF65-F5344CB8AC3E}">
        <p14:creationId xmlns:p14="http://schemas.microsoft.com/office/powerpoint/2010/main" val="11063560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FDCD03F-4022-497B-BD55-25EC25C94A10}" type="datetimeFigureOut">
              <a:rPr lang="en-US" smtClean="0"/>
              <a:t>3/25/2021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714719C-38EF-4BB7-87D6-01633F4660DA}" type="slidenum">
              <a:rPr lang="en-US" smtClean="0"/>
              <a:t>‹#›</a:t>
            </a:fld>
            <a:endParaRPr lang="en-US"/>
          </a:p>
        </p:txBody>
      </p:sp>
    </p:spTree>
    <p:extLst>
      <p:ext uri="{BB962C8B-B14F-4D97-AF65-F5344CB8AC3E}">
        <p14:creationId xmlns:p14="http://schemas.microsoft.com/office/powerpoint/2010/main" val="27126102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FDCD03F-4022-497B-BD55-25EC25C94A10}" type="datetimeFigureOut">
              <a:rPr lang="en-US" smtClean="0"/>
              <a:t>3/25/2021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14719C-38EF-4BB7-87D6-01633F4660DA}" type="slidenum">
              <a:rPr lang="en-US" smtClean="0"/>
              <a:t>‹#›</a:t>
            </a:fld>
            <a:endParaRPr lang="en-US"/>
          </a:p>
        </p:txBody>
      </p:sp>
    </p:spTree>
    <p:extLst>
      <p:ext uri="{BB962C8B-B14F-4D97-AF65-F5344CB8AC3E}">
        <p14:creationId xmlns:p14="http://schemas.microsoft.com/office/powerpoint/2010/main" val="23666308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FDCD03F-4022-497B-BD55-25EC25C94A10}" type="datetimeFigureOut">
              <a:rPr lang="en-US" smtClean="0"/>
              <a:t>3/25/2021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14719C-38EF-4BB7-87D6-01633F4660DA}" type="slidenum">
              <a:rPr lang="en-US" smtClean="0"/>
              <a:t>‹#›</a:t>
            </a:fld>
            <a:endParaRPr lang="en-US"/>
          </a:p>
        </p:txBody>
      </p:sp>
    </p:spTree>
    <p:extLst>
      <p:ext uri="{BB962C8B-B14F-4D97-AF65-F5344CB8AC3E}">
        <p14:creationId xmlns:p14="http://schemas.microsoft.com/office/powerpoint/2010/main" val="30326230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FDCD03F-4022-497B-BD55-25EC25C94A10}" type="datetimeFigureOut">
              <a:rPr lang="en-US" smtClean="0"/>
              <a:t>3/25/2021</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714719C-38EF-4BB7-87D6-01633F4660DA}" type="slidenum">
              <a:rPr lang="en-US" smtClean="0"/>
              <a:t>‹#›</a:t>
            </a:fld>
            <a:endParaRPr lang="en-US"/>
          </a:p>
        </p:txBody>
      </p:sp>
    </p:spTree>
    <p:extLst>
      <p:ext uri="{BB962C8B-B14F-4D97-AF65-F5344CB8AC3E}">
        <p14:creationId xmlns:p14="http://schemas.microsoft.com/office/powerpoint/2010/main" val="40735987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170432" y="282702"/>
            <a:ext cx="9421368" cy="4269057"/>
          </a:xfrm>
          <a:prstGeom prst="rect">
            <a:avLst/>
          </a:prstGeom>
        </p:spPr>
      </p:pic>
      <p:sp>
        <p:nvSpPr>
          <p:cNvPr id="3" name="TextBox 2"/>
          <p:cNvSpPr txBox="1"/>
          <p:nvPr/>
        </p:nvSpPr>
        <p:spPr>
          <a:xfrm>
            <a:off x="548640" y="5065776"/>
            <a:ext cx="11091672" cy="923330"/>
          </a:xfrm>
          <a:prstGeom prst="rect">
            <a:avLst/>
          </a:prstGeom>
          <a:noFill/>
        </p:spPr>
        <p:txBody>
          <a:bodyPr wrap="square" rtlCol="0">
            <a:spAutoFit/>
          </a:bodyPr>
          <a:lstStyle/>
          <a:p>
            <a:r>
              <a:rPr lang="en-US" dirty="0" smtClean="0"/>
              <a:t>By default everyone has access to BIA Security.  </a:t>
            </a:r>
            <a:r>
              <a:rPr lang="en-US" dirty="0"/>
              <a:t>U</a:t>
            </a:r>
            <a:r>
              <a:rPr lang="en-US" dirty="0" smtClean="0"/>
              <a:t>sers </a:t>
            </a:r>
            <a:r>
              <a:rPr lang="en-US" dirty="0" smtClean="0"/>
              <a:t>and admins can request/approve access, check user details, edit access and edit application details.  The search boxes highlighted in red can be used to filter down to </a:t>
            </a:r>
            <a:r>
              <a:rPr lang="en-US" dirty="0" smtClean="0"/>
              <a:t>an </a:t>
            </a:r>
            <a:r>
              <a:rPr lang="en-US" dirty="0" err="1" smtClean="0"/>
              <a:t>yuser</a:t>
            </a:r>
            <a:r>
              <a:rPr lang="en-US" dirty="0" smtClean="0"/>
              <a:t> </a:t>
            </a:r>
            <a:r>
              <a:rPr lang="en-US" dirty="0" smtClean="0"/>
              <a:t>or </a:t>
            </a:r>
            <a:r>
              <a:rPr lang="en-US" dirty="0" smtClean="0"/>
              <a:t>app</a:t>
            </a:r>
            <a:r>
              <a:rPr lang="en-US" dirty="0" smtClean="0"/>
              <a:t>.</a:t>
            </a:r>
            <a:endParaRPr lang="en-US" dirty="0"/>
          </a:p>
        </p:txBody>
      </p:sp>
    </p:spTree>
    <p:extLst>
      <p:ext uri="{BB962C8B-B14F-4D97-AF65-F5344CB8AC3E}">
        <p14:creationId xmlns:p14="http://schemas.microsoft.com/office/powerpoint/2010/main" val="12343943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1692048" y="128593"/>
            <a:ext cx="8982048" cy="4041072"/>
          </a:xfrm>
          <a:prstGeom prst="rect">
            <a:avLst/>
          </a:prstGeom>
        </p:spPr>
      </p:pic>
      <p:sp>
        <p:nvSpPr>
          <p:cNvPr id="6" name="TextBox 5"/>
          <p:cNvSpPr txBox="1"/>
          <p:nvPr/>
        </p:nvSpPr>
        <p:spPr>
          <a:xfrm>
            <a:off x="868680" y="4709160"/>
            <a:ext cx="10451592" cy="369332"/>
          </a:xfrm>
          <a:prstGeom prst="rect">
            <a:avLst/>
          </a:prstGeom>
          <a:noFill/>
        </p:spPr>
        <p:txBody>
          <a:bodyPr wrap="square" rtlCol="0">
            <a:spAutoFit/>
          </a:bodyPr>
          <a:lstStyle/>
          <a:p>
            <a:r>
              <a:rPr lang="en-US" dirty="0" smtClean="0"/>
              <a:t>To request access a user can click the blue + button next to an app code to generate a popup.</a:t>
            </a:r>
            <a:endParaRPr lang="en-US" dirty="0"/>
          </a:p>
        </p:txBody>
      </p:sp>
    </p:spTree>
    <p:extLst>
      <p:ext uri="{BB962C8B-B14F-4D97-AF65-F5344CB8AC3E}">
        <p14:creationId xmlns:p14="http://schemas.microsoft.com/office/powerpoint/2010/main" val="22550894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4294967295"/>
          </p:nvPr>
        </p:nvPicPr>
        <p:blipFill>
          <a:blip r:embed="rId2"/>
          <a:stretch>
            <a:fillRect/>
          </a:stretch>
        </p:blipFill>
        <p:spPr>
          <a:xfrm>
            <a:off x="2542032" y="352362"/>
            <a:ext cx="6045200" cy="3803650"/>
          </a:xfrm>
          <a:prstGeom prst="rect">
            <a:avLst/>
          </a:prstGeom>
        </p:spPr>
      </p:pic>
      <p:sp>
        <p:nvSpPr>
          <p:cNvPr id="8" name="TextBox 7"/>
          <p:cNvSpPr txBox="1"/>
          <p:nvPr/>
        </p:nvSpPr>
        <p:spPr>
          <a:xfrm>
            <a:off x="512064" y="4443984"/>
            <a:ext cx="10232136" cy="923330"/>
          </a:xfrm>
          <a:prstGeom prst="rect">
            <a:avLst/>
          </a:prstGeom>
          <a:noFill/>
        </p:spPr>
        <p:txBody>
          <a:bodyPr wrap="square" rtlCol="0">
            <a:spAutoFit/>
          </a:bodyPr>
          <a:lstStyle/>
          <a:p>
            <a:r>
              <a:rPr lang="en-US" dirty="0" smtClean="0"/>
              <a:t>This popup will have some fields automatically generated.  The user will need to fill the Request Geo field from a searchable dropdown (Geo Group and Geo Code will generated based on selection) and Reason.  These fields cannot be left blank.  Hit Request.  The app admin will receive an email about the request.</a:t>
            </a:r>
            <a:endParaRPr lang="en-US" dirty="0"/>
          </a:p>
        </p:txBody>
      </p:sp>
    </p:spTree>
    <p:extLst>
      <p:ext uri="{BB962C8B-B14F-4D97-AF65-F5344CB8AC3E}">
        <p14:creationId xmlns:p14="http://schemas.microsoft.com/office/powerpoint/2010/main" val="12993839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135730"/>
            <a:ext cx="12192000" cy="1484188"/>
          </a:xfrm>
          <a:prstGeom prst="rect">
            <a:avLst/>
          </a:prstGeom>
        </p:spPr>
      </p:pic>
      <p:pic>
        <p:nvPicPr>
          <p:cNvPr id="3" name="Picture 2"/>
          <p:cNvPicPr>
            <a:picLocks noChangeAspect="1"/>
          </p:cNvPicPr>
          <p:nvPr/>
        </p:nvPicPr>
        <p:blipFill>
          <a:blip r:embed="rId3"/>
          <a:stretch>
            <a:fillRect/>
          </a:stretch>
        </p:blipFill>
        <p:spPr>
          <a:xfrm>
            <a:off x="-15240" y="1863278"/>
            <a:ext cx="12192000" cy="2456217"/>
          </a:xfrm>
          <a:prstGeom prst="rect">
            <a:avLst/>
          </a:prstGeom>
        </p:spPr>
      </p:pic>
      <p:sp>
        <p:nvSpPr>
          <p:cNvPr id="4" name="TextBox 3"/>
          <p:cNvSpPr txBox="1"/>
          <p:nvPr/>
        </p:nvSpPr>
        <p:spPr>
          <a:xfrm>
            <a:off x="329184" y="4562856"/>
            <a:ext cx="11503152" cy="1200329"/>
          </a:xfrm>
          <a:prstGeom prst="rect">
            <a:avLst/>
          </a:prstGeom>
          <a:noFill/>
        </p:spPr>
        <p:txBody>
          <a:bodyPr wrap="square" rtlCol="0">
            <a:spAutoFit/>
          </a:bodyPr>
          <a:lstStyle/>
          <a:p>
            <a:r>
              <a:rPr lang="en-US" dirty="0" smtClean="0"/>
              <a:t>There are several ways for a user to check their own access.  First, click Users and then then the Application # on the right side of any row.  This will prompt a popup with all app access and levels.  Second, click and based on the icons on the left side a user can quick determine if they have access.  The user icon with display a check mark if you have current access and the request blue + button will be hidden.</a:t>
            </a:r>
            <a:endParaRPr lang="en-US" dirty="0"/>
          </a:p>
        </p:txBody>
      </p:sp>
    </p:spTree>
    <p:extLst>
      <p:ext uri="{BB962C8B-B14F-4D97-AF65-F5344CB8AC3E}">
        <p14:creationId xmlns:p14="http://schemas.microsoft.com/office/powerpoint/2010/main" val="19243126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0"/>
            <a:ext cx="12192000" cy="4524075"/>
          </a:xfrm>
          <a:prstGeom prst="rect">
            <a:avLst/>
          </a:prstGeom>
        </p:spPr>
      </p:pic>
      <p:sp>
        <p:nvSpPr>
          <p:cNvPr id="4" name="TextBox 3"/>
          <p:cNvSpPr txBox="1"/>
          <p:nvPr/>
        </p:nvSpPr>
        <p:spPr>
          <a:xfrm>
            <a:off x="484632" y="4983480"/>
            <a:ext cx="10908792" cy="646331"/>
          </a:xfrm>
          <a:prstGeom prst="rect">
            <a:avLst/>
          </a:prstGeom>
          <a:noFill/>
        </p:spPr>
        <p:txBody>
          <a:bodyPr wrap="square" rtlCol="0">
            <a:spAutoFit/>
          </a:bodyPr>
          <a:lstStyle/>
          <a:p>
            <a:r>
              <a:rPr lang="en-US" dirty="0" smtClean="0"/>
              <a:t>Selecting the My Profile option under Users will show detailed user information.  At a glance users can also view all of their access and admins will be able to approve, deny and modify access levels and request.</a:t>
            </a:r>
            <a:endParaRPr lang="en-US" dirty="0"/>
          </a:p>
        </p:txBody>
      </p:sp>
    </p:spTree>
    <p:extLst>
      <p:ext uri="{BB962C8B-B14F-4D97-AF65-F5344CB8AC3E}">
        <p14:creationId xmlns:p14="http://schemas.microsoft.com/office/powerpoint/2010/main" val="35424501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947596" y="179608"/>
            <a:ext cx="10330003" cy="4127216"/>
          </a:xfrm>
          <a:prstGeom prst="rect">
            <a:avLst/>
          </a:prstGeom>
        </p:spPr>
      </p:pic>
      <p:sp>
        <p:nvSpPr>
          <p:cNvPr id="6" name="TextBox 5"/>
          <p:cNvSpPr txBox="1"/>
          <p:nvPr/>
        </p:nvSpPr>
        <p:spPr>
          <a:xfrm>
            <a:off x="585216" y="4663440"/>
            <a:ext cx="10917936" cy="923330"/>
          </a:xfrm>
          <a:prstGeom prst="rect">
            <a:avLst/>
          </a:prstGeom>
          <a:noFill/>
        </p:spPr>
        <p:txBody>
          <a:bodyPr wrap="square" rtlCol="0">
            <a:spAutoFit/>
          </a:bodyPr>
          <a:lstStyle/>
          <a:p>
            <a:r>
              <a:rPr lang="en-US" dirty="0" smtClean="0"/>
              <a:t>To approve or deny access an admin will click Access in the top right and then use the search to filter down to the specific user or app. Make sure the Pending toggle is selected </a:t>
            </a:r>
            <a:r>
              <a:rPr lang="en-US" smtClean="0"/>
              <a:t>at the top of the grid.  </a:t>
            </a:r>
            <a:r>
              <a:rPr lang="en-US" dirty="0" smtClean="0"/>
              <a:t>The actions column can be used to deny or approve the request. </a:t>
            </a:r>
            <a:endParaRPr lang="en-US" dirty="0"/>
          </a:p>
        </p:txBody>
      </p:sp>
    </p:spTree>
    <p:extLst>
      <p:ext uri="{BB962C8B-B14F-4D97-AF65-F5344CB8AC3E}">
        <p14:creationId xmlns:p14="http://schemas.microsoft.com/office/powerpoint/2010/main" val="19905937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0"/>
            <a:ext cx="5781854" cy="3465576"/>
          </a:xfrm>
          <a:prstGeom prst="rect">
            <a:avLst/>
          </a:prstGeom>
        </p:spPr>
      </p:pic>
      <p:pic>
        <p:nvPicPr>
          <p:cNvPr id="3" name="Picture 2"/>
          <p:cNvPicPr>
            <a:picLocks noChangeAspect="1"/>
          </p:cNvPicPr>
          <p:nvPr/>
        </p:nvPicPr>
        <p:blipFill>
          <a:blip r:embed="rId3"/>
          <a:stretch>
            <a:fillRect/>
          </a:stretch>
        </p:blipFill>
        <p:spPr>
          <a:xfrm>
            <a:off x="6650871" y="0"/>
            <a:ext cx="5541129" cy="3465575"/>
          </a:xfrm>
          <a:prstGeom prst="rect">
            <a:avLst/>
          </a:prstGeom>
        </p:spPr>
      </p:pic>
      <p:sp>
        <p:nvSpPr>
          <p:cNvPr id="4" name="TextBox 3"/>
          <p:cNvSpPr txBox="1"/>
          <p:nvPr/>
        </p:nvSpPr>
        <p:spPr>
          <a:xfrm>
            <a:off x="338328" y="4242816"/>
            <a:ext cx="11548872" cy="646331"/>
          </a:xfrm>
          <a:prstGeom prst="rect">
            <a:avLst/>
          </a:prstGeom>
          <a:noFill/>
        </p:spPr>
        <p:txBody>
          <a:bodyPr wrap="square" rtlCol="0">
            <a:spAutoFit/>
          </a:bodyPr>
          <a:lstStyle/>
          <a:p>
            <a:r>
              <a:rPr lang="en-US" dirty="0" smtClean="0"/>
              <a:t>There are two slightly different windows passed on approve or deny action click from the previous access screen.  Both the popup header and action button text change.</a:t>
            </a:r>
            <a:endParaRPr lang="en-US" dirty="0"/>
          </a:p>
        </p:txBody>
      </p:sp>
    </p:spTree>
    <p:extLst>
      <p:ext uri="{BB962C8B-B14F-4D97-AF65-F5344CB8AC3E}">
        <p14:creationId xmlns:p14="http://schemas.microsoft.com/office/powerpoint/2010/main" val="36524365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1731</TotalTime>
  <Words>338</Words>
  <Application>Microsoft Office PowerPoint</Application>
  <PresentationFormat>Widescreen</PresentationFormat>
  <Paragraphs>7</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UPS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Chiovaro Zach (BCW8TRG)</dc:creator>
  <cp:lastModifiedBy>Chiovaro Zach (BCW8TRG)</cp:lastModifiedBy>
  <cp:revision>20</cp:revision>
  <dcterms:created xsi:type="dcterms:W3CDTF">2021-03-17T13:30:35Z</dcterms:created>
  <dcterms:modified xsi:type="dcterms:W3CDTF">2021-03-25T12:51:13Z</dcterms:modified>
</cp:coreProperties>
</file>