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4"/>
  </p:sldMasterIdLst>
  <p:notesMasterIdLst>
    <p:notesMasterId r:id="rId27"/>
  </p:notesMasterIdLst>
  <p:handoutMasterIdLst>
    <p:handoutMasterId r:id="rId28"/>
  </p:handoutMasterIdLst>
  <p:sldIdLst>
    <p:sldId id="542" r:id="rId5"/>
    <p:sldId id="562" r:id="rId6"/>
    <p:sldId id="558" r:id="rId7"/>
    <p:sldId id="567" r:id="rId8"/>
    <p:sldId id="554" r:id="rId9"/>
    <p:sldId id="563" r:id="rId10"/>
    <p:sldId id="565" r:id="rId11"/>
    <p:sldId id="564" r:id="rId12"/>
    <p:sldId id="569" r:id="rId13"/>
    <p:sldId id="555" r:id="rId14"/>
    <p:sldId id="578" r:id="rId15"/>
    <p:sldId id="579" r:id="rId16"/>
    <p:sldId id="570" r:id="rId17"/>
    <p:sldId id="572" r:id="rId18"/>
    <p:sldId id="573" r:id="rId19"/>
    <p:sldId id="574" r:id="rId20"/>
    <p:sldId id="575" r:id="rId21"/>
    <p:sldId id="576" r:id="rId22"/>
    <p:sldId id="571" r:id="rId23"/>
    <p:sldId id="548" r:id="rId24"/>
    <p:sldId id="550" r:id="rId25"/>
    <p:sldId id="551" r:id="rId26"/>
  </p:sldIdLst>
  <p:sldSz cx="9144000" cy="6858000" type="screen4x3"/>
  <p:notesSz cx="6881813" cy="9296400"/>
  <p:defaultTextStyle>
    <a:defPPr>
      <a:defRPr lang="en-US"/>
    </a:defPPr>
    <a:lvl1pPr algn="ctr" rtl="0" fontAlgn="base">
      <a:spcBef>
        <a:spcPct val="50000"/>
      </a:spcBef>
      <a:spcAft>
        <a:spcPct val="0"/>
      </a:spcAft>
      <a:defRPr sz="2000" kern="1200">
        <a:solidFill>
          <a:schemeClr val="tx1"/>
        </a:solidFill>
        <a:latin typeface="Arial" charset="0"/>
        <a:ea typeface="+mn-ea"/>
        <a:cs typeface="+mn-cs"/>
      </a:defRPr>
    </a:lvl1pPr>
    <a:lvl2pPr marL="457200" algn="ctr" rtl="0" fontAlgn="base">
      <a:spcBef>
        <a:spcPct val="50000"/>
      </a:spcBef>
      <a:spcAft>
        <a:spcPct val="0"/>
      </a:spcAft>
      <a:defRPr sz="2000" kern="1200">
        <a:solidFill>
          <a:schemeClr val="tx1"/>
        </a:solidFill>
        <a:latin typeface="Arial" charset="0"/>
        <a:ea typeface="+mn-ea"/>
        <a:cs typeface="+mn-cs"/>
      </a:defRPr>
    </a:lvl2pPr>
    <a:lvl3pPr marL="914400" algn="ctr" rtl="0" fontAlgn="base">
      <a:spcBef>
        <a:spcPct val="50000"/>
      </a:spcBef>
      <a:spcAft>
        <a:spcPct val="0"/>
      </a:spcAft>
      <a:defRPr sz="2000" kern="1200">
        <a:solidFill>
          <a:schemeClr val="tx1"/>
        </a:solidFill>
        <a:latin typeface="Arial" charset="0"/>
        <a:ea typeface="+mn-ea"/>
        <a:cs typeface="+mn-cs"/>
      </a:defRPr>
    </a:lvl3pPr>
    <a:lvl4pPr marL="1371600" algn="ctr" rtl="0" fontAlgn="base">
      <a:spcBef>
        <a:spcPct val="50000"/>
      </a:spcBef>
      <a:spcAft>
        <a:spcPct val="0"/>
      </a:spcAft>
      <a:defRPr sz="2000" kern="1200">
        <a:solidFill>
          <a:schemeClr val="tx1"/>
        </a:solidFill>
        <a:latin typeface="Arial" charset="0"/>
        <a:ea typeface="+mn-ea"/>
        <a:cs typeface="+mn-cs"/>
      </a:defRPr>
    </a:lvl4pPr>
    <a:lvl5pPr marL="1828800" algn="ctr" rtl="0" fontAlgn="base">
      <a:spcBef>
        <a:spcPct val="5000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86" autoAdjust="0"/>
    <p:restoredTop sz="96473" autoAdjust="0"/>
  </p:normalViewPr>
  <p:slideViewPr>
    <p:cSldViewPr snapToGrid="0">
      <p:cViewPr varScale="1">
        <p:scale>
          <a:sx n="62" d="100"/>
          <a:sy n="62" d="100"/>
        </p:scale>
        <p:origin x="1652" y="56"/>
      </p:cViewPr>
      <p:guideLst>
        <p:guide orient="horz" pos="2160"/>
        <p:guide pos="2880"/>
      </p:guideLst>
    </p:cSldViewPr>
  </p:slideViewPr>
  <p:outlineViewPr>
    <p:cViewPr>
      <p:scale>
        <a:sx n="33" d="100"/>
        <a:sy n="33" d="100"/>
      </p:scale>
      <p:origin x="0" y="-19156"/>
    </p:cViewPr>
    <p:sldLst>
      <p:sld r:id="rId1" collapse="1"/>
    </p:sldLst>
  </p:outlineViewPr>
  <p:notesTextViewPr>
    <p:cViewPr>
      <p:scale>
        <a:sx n="100" d="100"/>
        <a:sy n="100" d="100"/>
      </p:scale>
      <p:origin x="0" y="0"/>
    </p:cViewPr>
  </p:notesTextViewPr>
  <p:sorterViewPr>
    <p:cViewPr>
      <p:scale>
        <a:sx n="100" d="100"/>
        <a:sy n="100" d="100"/>
      </p:scale>
      <p:origin x="0" y="0"/>
    </p:cViewPr>
  </p:sorterViewPr>
  <p:notesViewPr>
    <p:cSldViewPr snapToGrid="0">
      <p:cViewPr>
        <p:scale>
          <a:sx n="100" d="100"/>
          <a:sy n="100" d="100"/>
        </p:scale>
        <p:origin x="1620" y="-1360"/>
      </p:cViewPr>
      <p:guideLst>
        <p:guide orient="horz" pos="2928"/>
        <p:guide pos="216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050"/>
          <p:cNvSpPr>
            <a:spLocks noGrp="1" noChangeArrowheads="1"/>
          </p:cNvSpPr>
          <p:nvPr>
            <p:ph type="hdr" sz="quarter"/>
          </p:nvPr>
        </p:nvSpPr>
        <p:spPr bwMode="auto">
          <a:xfrm>
            <a:off x="0" y="0"/>
            <a:ext cx="2982913"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7" tIns="46584" rIns="93167" bIns="46584" numCol="1" anchor="t" anchorCtr="0" compatLnSpc="1">
            <a:prstTxWarp prst="textNoShape">
              <a:avLst/>
            </a:prstTxWarp>
          </a:bodyPr>
          <a:lstStyle>
            <a:lvl1pPr algn="l" defTabSz="931863">
              <a:defRPr sz="1200"/>
            </a:lvl1pPr>
          </a:lstStyle>
          <a:p>
            <a:pPr>
              <a:defRPr/>
            </a:pPr>
            <a:endParaRPr lang="en-US"/>
          </a:p>
        </p:txBody>
      </p:sp>
      <p:sp>
        <p:nvSpPr>
          <p:cNvPr id="53251" name="Rectangle 2051"/>
          <p:cNvSpPr>
            <a:spLocks noGrp="1" noChangeArrowheads="1"/>
          </p:cNvSpPr>
          <p:nvPr>
            <p:ph type="dt" sz="quarter" idx="1"/>
          </p:nvPr>
        </p:nvSpPr>
        <p:spPr bwMode="auto">
          <a:xfrm>
            <a:off x="3898900" y="0"/>
            <a:ext cx="2982913"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7" tIns="46584" rIns="93167" bIns="46584" numCol="1" anchor="t" anchorCtr="0" compatLnSpc="1">
            <a:prstTxWarp prst="textNoShape">
              <a:avLst/>
            </a:prstTxWarp>
          </a:bodyPr>
          <a:lstStyle>
            <a:lvl1pPr algn="r" defTabSz="931863">
              <a:defRPr sz="1200"/>
            </a:lvl1pPr>
          </a:lstStyle>
          <a:p>
            <a:pPr>
              <a:defRPr/>
            </a:pPr>
            <a:fld id="{65E197F6-2391-4909-A9ED-A60192A51183}" type="datetime1">
              <a:rPr lang="en-US"/>
              <a:pPr>
                <a:defRPr/>
              </a:pPr>
              <a:t>3/2/2023</a:t>
            </a:fld>
            <a:endParaRPr lang="en-US"/>
          </a:p>
        </p:txBody>
      </p:sp>
      <p:sp>
        <p:nvSpPr>
          <p:cNvPr id="53252" name="Rectangle 2052"/>
          <p:cNvSpPr>
            <a:spLocks noGrp="1" noChangeArrowheads="1"/>
          </p:cNvSpPr>
          <p:nvPr>
            <p:ph type="ftr" sz="quarter" idx="2"/>
          </p:nvPr>
        </p:nvSpPr>
        <p:spPr bwMode="auto">
          <a:xfrm>
            <a:off x="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7" tIns="46584" rIns="93167" bIns="46584" numCol="1" anchor="b" anchorCtr="0" compatLnSpc="1">
            <a:prstTxWarp prst="textNoShape">
              <a:avLst/>
            </a:prstTxWarp>
          </a:bodyPr>
          <a:lstStyle>
            <a:lvl1pPr algn="l" defTabSz="931863">
              <a:defRPr sz="1200"/>
            </a:lvl1pPr>
          </a:lstStyle>
          <a:p>
            <a:pPr>
              <a:defRPr/>
            </a:pPr>
            <a:endParaRPr lang="en-US"/>
          </a:p>
        </p:txBody>
      </p:sp>
      <p:sp>
        <p:nvSpPr>
          <p:cNvPr id="53253" name="Rectangle 2053"/>
          <p:cNvSpPr>
            <a:spLocks noGrp="1" noChangeArrowheads="1"/>
          </p:cNvSpPr>
          <p:nvPr>
            <p:ph type="sldNum" sz="quarter" idx="3"/>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7" tIns="46584" rIns="93167" bIns="46584" numCol="1" anchor="b" anchorCtr="0" compatLnSpc="1">
            <a:prstTxWarp prst="textNoShape">
              <a:avLst/>
            </a:prstTxWarp>
          </a:bodyPr>
          <a:lstStyle>
            <a:lvl1pPr algn="r" defTabSz="931863">
              <a:defRPr sz="1200"/>
            </a:lvl1pPr>
          </a:lstStyle>
          <a:p>
            <a:pPr>
              <a:defRPr/>
            </a:pPr>
            <a:fld id="{71F626D1-FF53-434E-A93D-471742DBB7D0}" type="slidenum">
              <a:rPr lang="en-US"/>
              <a:pPr>
                <a:defRPr/>
              </a:pPr>
              <a:t>‹#›</a:t>
            </a:fld>
            <a:endParaRPr lang="en-US"/>
          </a:p>
        </p:txBody>
      </p:sp>
    </p:spTree>
    <p:extLst>
      <p:ext uri="{BB962C8B-B14F-4D97-AF65-F5344CB8AC3E}">
        <p14:creationId xmlns:p14="http://schemas.microsoft.com/office/powerpoint/2010/main" val="193818970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82913"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7" tIns="46584" rIns="93167" bIns="46584" numCol="1" anchor="t" anchorCtr="0" compatLnSpc="1">
            <a:prstTxWarp prst="textNoShape">
              <a:avLst/>
            </a:prstTxWarp>
          </a:bodyPr>
          <a:lstStyle>
            <a:lvl1pPr algn="l" defTabSz="931863">
              <a:spcBef>
                <a:spcPct val="0"/>
              </a:spcBef>
              <a:defRPr sz="1200">
                <a:latin typeface="Times New Roman" pitchFamily="18" charset="0"/>
              </a:defRPr>
            </a:lvl1pPr>
          </a:lstStyle>
          <a:p>
            <a:pPr>
              <a:defRPr/>
            </a:pPr>
            <a:endParaRPr lang="en-US"/>
          </a:p>
        </p:txBody>
      </p:sp>
      <p:sp>
        <p:nvSpPr>
          <p:cNvPr id="5123" name="Rectangle 3"/>
          <p:cNvSpPr>
            <a:spLocks noGrp="1" noChangeArrowheads="1"/>
          </p:cNvSpPr>
          <p:nvPr>
            <p:ph type="dt" idx="1"/>
          </p:nvPr>
        </p:nvSpPr>
        <p:spPr bwMode="auto">
          <a:xfrm>
            <a:off x="3898900" y="0"/>
            <a:ext cx="2982913"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7" tIns="46584" rIns="93167" bIns="46584" numCol="1" anchor="t" anchorCtr="0" compatLnSpc="1">
            <a:prstTxWarp prst="textNoShape">
              <a:avLst/>
            </a:prstTxWarp>
          </a:bodyPr>
          <a:lstStyle>
            <a:lvl1pPr algn="r" defTabSz="931863">
              <a:spcBef>
                <a:spcPct val="0"/>
              </a:spcBef>
              <a:defRPr sz="1200">
                <a:latin typeface="Times New Roman" pitchFamily="18" charset="0"/>
              </a:defRPr>
            </a:lvl1pPr>
          </a:lstStyle>
          <a:p>
            <a:pPr>
              <a:defRPr/>
            </a:pPr>
            <a:fld id="{B3786A5F-9359-4B79-A2BF-B7E3C51EA787}" type="datetime1">
              <a:rPr lang="en-US"/>
              <a:pPr>
                <a:defRPr/>
              </a:pPr>
              <a:t>3/2/2023</a:t>
            </a:fld>
            <a:endParaRPr lang="en-US"/>
          </a:p>
        </p:txBody>
      </p:sp>
      <p:sp>
        <p:nvSpPr>
          <p:cNvPr id="16388" name="Rectangle 4"/>
          <p:cNvSpPr>
            <a:spLocks noGrp="1" noRot="1" noChangeAspect="1" noChangeArrowheads="1" noTextEdit="1"/>
          </p:cNvSpPr>
          <p:nvPr>
            <p:ph type="sldImg" idx="2"/>
          </p:nvPr>
        </p:nvSpPr>
        <p:spPr bwMode="auto">
          <a:xfrm>
            <a:off x="1117600" y="696913"/>
            <a:ext cx="4648200" cy="34861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5" name="Rectangle 5"/>
          <p:cNvSpPr>
            <a:spLocks noGrp="1" noChangeArrowheads="1"/>
          </p:cNvSpPr>
          <p:nvPr>
            <p:ph type="body" sz="quarter" idx="3"/>
          </p:nvPr>
        </p:nvSpPr>
        <p:spPr bwMode="auto">
          <a:xfrm>
            <a:off x="917575" y="4416425"/>
            <a:ext cx="5046663"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7" tIns="46584" rIns="93167" bIns="4658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7" tIns="46584" rIns="93167" bIns="46584" numCol="1" anchor="b" anchorCtr="0" compatLnSpc="1">
            <a:prstTxWarp prst="textNoShape">
              <a:avLst/>
            </a:prstTxWarp>
          </a:bodyPr>
          <a:lstStyle>
            <a:lvl1pPr algn="l" defTabSz="931863">
              <a:spcBef>
                <a:spcPct val="0"/>
              </a:spcBef>
              <a:defRPr sz="1200">
                <a:latin typeface="Times New Roman" pitchFamily="18" charset="0"/>
              </a:defRPr>
            </a:lvl1pPr>
          </a:lstStyle>
          <a:p>
            <a:pPr>
              <a:defRPr/>
            </a:pPr>
            <a:endParaRPr lang="en-US"/>
          </a:p>
        </p:txBody>
      </p:sp>
      <p:sp>
        <p:nvSpPr>
          <p:cNvPr id="5127" name="Rectangle 7"/>
          <p:cNvSpPr>
            <a:spLocks noGrp="1" noChangeArrowheads="1"/>
          </p:cNvSpPr>
          <p:nvPr>
            <p:ph type="sldNum" sz="quarter" idx="5"/>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67" tIns="46584" rIns="93167" bIns="46584" numCol="1" anchor="b" anchorCtr="0" compatLnSpc="1">
            <a:prstTxWarp prst="textNoShape">
              <a:avLst/>
            </a:prstTxWarp>
          </a:bodyPr>
          <a:lstStyle>
            <a:lvl1pPr algn="r" defTabSz="931863">
              <a:spcBef>
                <a:spcPct val="0"/>
              </a:spcBef>
              <a:defRPr sz="1200">
                <a:latin typeface="Times New Roman" pitchFamily="18" charset="0"/>
              </a:defRPr>
            </a:lvl1pPr>
          </a:lstStyle>
          <a:p>
            <a:pPr>
              <a:defRPr/>
            </a:pPr>
            <a:fld id="{AF097323-114F-4E16-9680-EA37E44A9CBF}" type="slidenum">
              <a:rPr lang="en-US"/>
              <a:pPr>
                <a:defRPr/>
              </a:pPr>
              <a:t>‹#›</a:t>
            </a:fld>
            <a:endParaRPr lang="en-US"/>
          </a:p>
        </p:txBody>
      </p:sp>
    </p:spTree>
    <p:extLst>
      <p:ext uri="{BB962C8B-B14F-4D97-AF65-F5344CB8AC3E}">
        <p14:creationId xmlns:p14="http://schemas.microsoft.com/office/powerpoint/2010/main" val="3476718798"/>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p:spPr>
        <p:txBody>
          <a:bodyPr/>
          <a:lstStyle>
            <a:lvl1pPr defTabSz="949318" eaLnBrk="0" hangingPunct="0">
              <a:defRPr sz="2000">
                <a:solidFill>
                  <a:schemeClr val="tx1"/>
                </a:solidFill>
                <a:latin typeface="Arial" charset="0"/>
              </a:defRPr>
            </a:lvl1pPr>
            <a:lvl2pPr marL="736784" indent="-283378" defTabSz="949318" eaLnBrk="0" hangingPunct="0">
              <a:defRPr sz="2000">
                <a:solidFill>
                  <a:schemeClr val="tx1"/>
                </a:solidFill>
                <a:latin typeface="Arial" charset="0"/>
              </a:defRPr>
            </a:lvl2pPr>
            <a:lvl3pPr marL="1133513" indent="-226703" defTabSz="949318" eaLnBrk="0" hangingPunct="0">
              <a:defRPr sz="2000">
                <a:solidFill>
                  <a:schemeClr val="tx1"/>
                </a:solidFill>
                <a:latin typeface="Arial" charset="0"/>
              </a:defRPr>
            </a:lvl3pPr>
            <a:lvl4pPr marL="1586918" indent="-226703" defTabSz="949318" eaLnBrk="0" hangingPunct="0">
              <a:defRPr sz="2000">
                <a:solidFill>
                  <a:schemeClr val="tx1"/>
                </a:solidFill>
                <a:latin typeface="Arial" charset="0"/>
              </a:defRPr>
            </a:lvl4pPr>
            <a:lvl5pPr marL="2040324" indent="-226703" defTabSz="949318" eaLnBrk="0" hangingPunct="0">
              <a:defRPr sz="2000">
                <a:solidFill>
                  <a:schemeClr val="tx1"/>
                </a:solidFill>
                <a:latin typeface="Arial" charset="0"/>
              </a:defRPr>
            </a:lvl5pPr>
            <a:lvl6pPr marL="2493729" indent="-226703" algn="ctr" defTabSz="949318" eaLnBrk="0" fontAlgn="base" hangingPunct="0">
              <a:spcBef>
                <a:spcPct val="50000"/>
              </a:spcBef>
              <a:spcAft>
                <a:spcPct val="0"/>
              </a:spcAft>
              <a:defRPr sz="2000">
                <a:solidFill>
                  <a:schemeClr val="tx1"/>
                </a:solidFill>
                <a:latin typeface="Arial" charset="0"/>
              </a:defRPr>
            </a:lvl6pPr>
            <a:lvl7pPr marL="2947134" indent="-226703" algn="ctr" defTabSz="949318" eaLnBrk="0" fontAlgn="base" hangingPunct="0">
              <a:spcBef>
                <a:spcPct val="50000"/>
              </a:spcBef>
              <a:spcAft>
                <a:spcPct val="0"/>
              </a:spcAft>
              <a:defRPr sz="2000">
                <a:solidFill>
                  <a:schemeClr val="tx1"/>
                </a:solidFill>
                <a:latin typeface="Arial" charset="0"/>
              </a:defRPr>
            </a:lvl7pPr>
            <a:lvl8pPr marL="3400539" indent="-226703" algn="ctr" defTabSz="949318" eaLnBrk="0" fontAlgn="base" hangingPunct="0">
              <a:spcBef>
                <a:spcPct val="50000"/>
              </a:spcBef>
              <a:spcAft>
                <a:spcPct val="0"/>
              </a:spcAft>
              <a:defRPr sz="2000">
                <a:solidFill>
                  <a:schemeClr val="tx1"/>
                </a:solidFill>
                <a:latin typeface="Arial" charset="0"/>
              </a:defRPr>
            </a:lvl8pPr>
            <a:lvl9pPr marL="3853945" indent="-226703" algn="ctr" defTabSz="949318" eaLnBrk="0" fontAlgn="base" hangingPunct="0">
              <a:spcBef>
                <a:spcPct val="50000"/>
              </a:spcBef>
              <a:spcAft>
                <a:spcPct val="0"/>
              </a:spcAft>
              <a:defRPr sz="2000">
                <a:solidFill>
                  <a:schemeClr val="tx1"/>
                </a:solidFill>
                <a:latin typeface="Arial" charset="0"/>
              </a:defRPr>
            </a:lvl9pPr>
          </a:lstStyle>
          <a:p>
            <a:pPr eaLnBrk="1" hangingPunct="1"/>
            <a:fld id="{31F0E944-C981-471C-BD4D-CF5F1E0CA435}" type="slidenum">
              <a:rPr lang="en-US" sz="1200">
                <a:latin typeface="Times New Roman" pitchFamily="18" charset="0"/>
              </a:rPr>
              <a:pPr eaLnBrk="1" hangingPunct="1"/>
              <a:t>1</a:t>
            </a:fld>
            <a:endParaRPr lang="en-US" sz="1200">
              <a:latin typeface="Times New Roman" pitchFamily="18" charset="0"/>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xfrm>
            <a:off x="917471" y="4414918"/>
            <a:ext cx="5046871" cy="4186395"/>
          </a:xfrm>
          <a:noFill/>
        </p:spPr>
        <p:txBody>
          <a:bodyPr lIns="93180" tIns="46586" rIns="93180" bIns="46586"/>
          <a:lstStyle/>
          <a:p>
            <a:pPr eaLnBrk="1" hangingPunct="1"/>
            <a:endParaRPr lang="en-US"/>
          </a:p>
        </p:txBody>
      </p:sp>
    </p:spTree>
    <p:extLst>
      <p:ext uri="{BB962C8B-B14F-4D97-AF65-F5344CB8AC3E}">
        <p14:creationId xmlns:p14="http://schemas.microsoft.com/office/powerpoint/2010/main" val="787533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fld id="{6791BB9B-9B40-427E-A266-6DA4AF02EBB4}" type="slidenum">
              <a:rPr lang="en-US" sz="1200" smtClean="0">
                <a:latin typeface="Times New Roman" pitchFamily="18" charset="0"/>
              </a:rPr>
              <a:pPr eaLnBrk="1" hangingPunct="1"/>
              <a:t>3</a:t>
            </a:fld>
            <a:endParaRPr lang="en-US" sz="1200">
              <a:latin typeface="Times New Roman" pitchFamily="18" charset="0"/>
            </a:endParaRPr>
          </a:p>
        </p:txBody>
      </p:sp>
      <p:sp>
        <p:nvSpPr>
          <p:cNvPr id="18435" name="Slide Image Placeholder 1"/>
          <p:cNvSpPr>
            <a:spLocks noGrp="1" noRot="1" noChangeAspect="1" noTextEdit="1"/>
          </p:cNvSpPr>
          <p:nvPr>
            <p:ph type="sldImg"/>
          </p:nvPr>
        </p:nvSpPr>
        <p:spPr>
          <a:ln/>
        </p:spPr>
      </p:sp>
      <p:sp>
        <p:nvSpPr>
          <p:cNvPr id="18436" name="Notes Placeholder 2"/>
          <p:cNvSpPr>
            <a:spLocks noGrp="1"/>
          </p:cNvSpPr>
          <p:nvPr>
            <p:ph type="body" idx="1"/>
          </p:nvPr>
        </p:nvSpPr>
        <p:spPr>
          <a:noFill/>
        </p:spPr>
        <p:txBody>
          <a:bodyPr/>
          <a:lstStyle/>
          <a:p>
            <a:endParaRPr lang="en-US"/>
          </a:p>
        </p:txBody>
      </p:sp>
      <p:sp>
        <p:nvSpPr>
          <p:cNvPr id="18437" name="Slide Number Placeholder 3"/>
          <p:cNvSpPr txBox="1">
            <a:spLocks noGrp="1"/>
          </p:cNvSpPr>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67" tIns="46584" rIns="93167" bIns="46584" anchor="b"/>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algn="r" eaLnBrk="1" hangingPunct="1">
              <a:spcBef>
                <a:spcPct val="0"/>
              </a:spcBef>
            </a:pPr>
            <a:fld id="{BD8CB953-1D32-481D-B7E9-C13A77C2245C}" type="slidenum">
              <a:rPr lang="en-US" sz="1200">
                <a:latin typeface="Times New Roman" pitchFamily="18" charset="0"/>
              </a:rPr>
              <a:pPr algn="r" eaLnBrk="1" hangingPunct="1">
                <a:spcBef>
                  <a:spcPct val="0"/>
                </a:spcBef>
              </a:pPr>
              <a:t>3</a:t>
            </a:fld>
            <a:endParaRPr lang="en-US" sz="1200">
              <a:latin typeface="Times New Roman" pitchFamily="18" charset="0"/>
            </a:endParaRPr>
          </a:p>
        </p:txBody>
      </p:sp>
      <p:sp>
        <p:nvSpPr>
          <p:cNvPr id="18438" name="Footer Placeholder 4"/>
          <p:cNvSpPr>
            <a:spLocks noGrp="1"/>
          </p:cNvSpPr>
          <p:nvPr>
            <p:ph type="ftr" sz="quarter" idx="4"/>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endParaRPr lang="en-US" sz="1200">
              <a:latin typeface="Times New Roman" pitchFamily="18" charset="0"/>
            </a:endParaRPr>
          </a:p>
        </p:txBody>
      </p:sp>
    </p:spTree>
    <p:extLst>
      <p:ext uri="{BB962C8B-B14F-4D97-AF65-F5344CB8AC3E}">
        <p14:creationId xmlns:p14="http://schemas.microsoft.com/office/powerpoint/2010/main" val="2392810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fld id="{6791BB9B-9B40-427E-A266-6DA4AF02EBB4}" type="slidenum">
              <a:rPr lang="en-US" sz="1200" smtClean="0">
                <a:latin typeface="Times New Roman" pitchFamily="18" charset="0"/>
              </a:rPr>
              <a:pPr eaLnBrk="1" hangingPunct="1"/>
              <a:t>5</a:t>
            </a:fld>
            <a:endParaRPr lang="en-US" sz="1200">
              <a:latin typeface="Times New Roman" pitchFamily="18" charset="0"/>
            </a:endParaRPr>
          </a:p>
        </p:txBody>
      </p:sp>
      <p:sp>
        <p:nvSpPr>
          <p:cNvPr id="18435" name="Slide Image Placeholder 1"/>
          <p:cNvSpPr>
            <a:spLocks noGrp="1" noRot="1" noChangeAspect="1" noTextEdit="1"/>
          </p:cNvSpPr>
          <p:nvPr>
            <p:ph type="sldImg"/>
          </p:nvPr>
        </p:nvSpPr>
        <p:spPr>
          <a:ln/>
        </p:spPr>
      </p:sp>
      <p:sp>
        <p:nvSpPr>
          <p:cNvPr id="18436" name="Notes Placeholder 2"/>
          <p:cNvSpPr>
            <a:spLocks noGrp="1"/>
          </p:cNvSpPr>
          <p:nvPr>
            <p:ph type="body" idx="1"/>
          </p:nvPr>
        </p:nvSpPr>
        <p:spPr>
          <a:noFill/>
        </p:spPr>
        <p:txBody>
          <a:bodyPr/>
          <a:lstStyle/>
          <a:p>
            <a:endParaRPr lang="en-US"/>
          </a:p>
        </p:txBody>
      </p:sp>
      <p:sp>
        <p:nvSpPr>
          <p:cNvPr id="18437" name="Slide Number Placeholder 3"/>
          <p:cNvSpPr txBox="1">
            <a:spLocks noGrp="1"/>
          </p:cNvSpPr>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67" tIns="46584" rIns="93167" bIns="46584" anchor="b"/>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algn="r" eaLnBrk="1" hangingPunct="1">
              <a:spcBef>
                <a:spcPct val="0"/>
              </a:spcBef>
            </a:pPr>
            <a:fld id="{BD8CB953-1D32-481D-B7E9-C13A77C2245C}" type="slidenum">
              <a:rPr lang="en-US" sz="1200">
                <a:latin typeface="Times New Roman" pitchFamily="18" charset="0"/>
              </a:rPr>
              <a:pPr algn="r" eaLnBrk="1" hangingPunct="1">
                <a:spcBef>
                  <a:spcPct val="0"/>
                </a:spcBef>
              </a:pPr>
              <a:t>5</a:t>
            </a:fld>
            <a:endParaRPr lang="en-US" sz="1200">
              <a:latin typeface="Times New Roman" pitchFamily="18" charset="0"/>
            </a:endParaRPr>
          </a:p>
        </p:txBody>
      </p:sp>
      <p:sp>
        <p:nvSpPr>
          <p:cNvPr id="18438" name="Footer Placeholder 4"/>
          <p:cNvSpPr>
            <a:spLocks noGrp="1"/>
          </p:cNvSpPr>
          <p:nvPr>
            <p:ph type="ftr" sz="quarter" idx="4"/>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endParaRPr lang="en-US" sz="1200">
              <a:latin typeface="Times New Roman" pitchFamily="18" charset="0"/>
            </a:endParaRPr>
          </a:p>
        </p:txBody>
      </p:sp>
    </p:spTree>
    <p:extLst>
      <p:ext uri="{BB962C8B-B14F-4D97-AF65-F5344CB8AC3E}">
        <p14:creationId xmlns:p14="http://schemas.microsoft.com/office/powerpoint/2010/main" val="1545741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fld id="{6791BB9B-9B40-427E-A266-6DA4AF02EBB4}" type="slidenum">
              <a:rPr lang="en-US" sz="1200" smtClean="0">
                <a:latin typeface="Times New Roman" pitchFamily="18" charset="0"/>
              </a:rPr>
              <a:pPr eaLnBrk="1" hangingPunct="1"/>
              <a:t>9</a:t>
            </a:fld>
            <a:endParaRPr lang="en-US" sz="1200">
              <a:latin typeface="Times New Roman" pitchFamily="18" charset="0"/>
            </a:endParaRPr>
          </a:p>
        </p:txBody>
      </p:sp>
      <p:sp>
        <p:nvSpPr>
          <p:cNvPr id="18435" name="Slide Image Placeholder 1"/>
          <p:cNvSpPr>
            <a:spLocks noGrp="1" noRot="1" noChangeAspect="1" noTextEdit="1"/>
          </p:cNvSpPr>
          <p:nvPr>
            <p:ph type="sldImg"/>
          </p:nvPr>
        </p:nvSpPr>
        <p:spPr>
          <a:ln/>
        </p:spPr>
      </p:sp>
      <p:sp>
        <p:nvSpPr>
          <p:cNvPr id="18436" name="Notes Placeholder 2"/>
          <p:cNvSpPr>
            <a:spLocks noGrp="1"/>
          </p:cNvSpPr>
          <p:nvPr>
            <p:ph type="body" idx="1"/>
          </p:nvPr>
        </p:nvSpPr>
        <p:spPr>
          <a:noFill/>
        </p:spPr>
        <p:txBody>
          <a:bodyPr/>
          <a:lstStyle/>
          <a:p>
            <a:endParaRPr lang="en-US"/>
          </a:p>
        </p:txBody>
      </p:sp>
      <p:sp>
        <p:nvSpPr>
          <p:cNvPr id="18437" name="Slide Number Placeholder 3"/>
          <p:cNvSpPr txBox="1">
            <a:spLocks noGrp="1"/>
          </p:cNvSpPr>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67" tIns="46584" rIns="93167" bIns="46584" anchor="b"/>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algn="r" eaLnBrk="1" hangingPunct="1">
              <a:spcBef>
                <a:spcPct val="0"/>
              </a:spcBef>
            </a:pPr>
            <a:fld id="{BD8CB953-1D32-481D-B7E9-C13A77C2245C}" type="slidenum">
              <a:rPr lang="en-US" sz="1200">
                <a:latin typeface="Times New Roman" pitchFamily="18" charset="0"/>
              </a:rPr>
              <a:pPr algn="r" eaLnBrk="1" hangingPunct="1">
                <a:spcBef>
                  <a:spcPct val="0"/>
                </a:spcBef>
              </a:pPr>
              <a:t>9</a:t>
            </a:fld>
            <a:endParaRPr lang="en-US" sz="1200">
              <a:latin typeface="Times New Roman" pitchFamily="18" charset="0"/>
            </a:endParaRPr>
          </a:p>
        </p:txBody>
      </p:sp>
      <p:sp>
        <p:nvSpPr>
          <p:cNvPr id="18438" name="Footer Placeholder 4"/>
          <p:cNvSpPr>
            <a:spLocks noGrp="1"/>
          </p:cNvSpPr>
          <p:nvPr>
            <p:ph type="ftr" sz="quarter" idx="4"/>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endParaRPr lang="en-US" sz="1200">
              <a:latin typeface="Times New Roman" pitchFamily="18" charset="0"/>
            </a:endParaRPr>
          </a:p>
        </p:txBody>
      </p:sp>
    </p:spTree>
    <p:extLst>
      <p:ext uri="{BB962C8B-B14F-4D97-AF65-F5344CB8AC3E}">
        <p14:creationId xmlns:p14="http://schemas.microsoft.com/office/powerpoint/2010/main" val="390484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fld id="{6791BB9B-9B40-427E-A266-6DA4AF02EBB4}" type="slidenum">
              <a:rPr lang="en-US" sz="1200" smtClean="0">
                <a:latin typeface="Times New Roman" pitchFamily="18" charset="0"/>
              </a:rPr>
              <a:pPr eaLnBrk="1" hangingPunct="1"/>
              <a:t>10</a:t>
            </a:fld>
            <a:endParaRPr lang="en-US" sz="1200">
              <a:latin typeface="Times New Roman" pitchFamily="18" charset="0"/>
            </a:endParaRPr>
          </a:p>
        </p:txBody>
      </p:sp>
      <p:sp>
        <p:nvSpPr>
          <p:cNvPr id="18435" name="Slide Image Placeholder 1"/>
          <p:cNvSpPr>
            <a:spLocks noGrp="1" noRot="1" noChangeAspect="1" noTextEdit="1"/>
          </p:cNvSpPr>
          <p:nvPr>
            <p:ph type="sldImg"/>
          </p:nvPr>
        </p:nvSpPr>
        <p:spPr>
          <a:ln/>
        </p:spPr>
      </p:sp>
      <p:sp>
        <p:nvSpPr>
          <p:cNvPr id="18436" name="Notes Placeholder 2"/>
          <p:cNvSpPr>
            <a:spLocks noGrp="1"/>
          </p:cNvSpPr>
          <p:nvPr>
            <p:ph type="body" idx="1"/>
          </p:nvPr>
        </p:nvSpPr>
        <p:spPr>
          <a:noFill/>
        </p:spPr>
        <p:txBody>
          <a:bodyPr/>
          <a:lstStyle/>
          <a:p>
            <a:endParaRPr lang="en-US"/>
          </a:p>
        </p:txBody>
      </p:sp>
      <p:sp>
        <p:nvSpPr>
          <p:cNvPr id="18437" name="Slide Number Placeholder 3"/>
          <p:cNvSpPr txBox="1">
            <a:spLocks noGrp="1"/>
          </p:cNvSpPr>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67" tIns="46584" rIns="93167" bIns="46584" anchor="b"/>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algn="r" eaLnBrk="1" hangingPunct="1">
              <a:spcBef>
                <a:spcPct val="0"/>
              </a:spcBef>
            </a:pPr>
            <a:fld id="{BD8CB953-1D32-481D-B7E9-C13A77C2245C}" type="slidenum">
              <a:rPr lang="en-US" sz="1200">
                <a:latin typeface="Times New Roman" pitchFamily="18" charset="0"/>
              </a:rPr>
              <a:pPr algn="r" eaLnBrk="1" hangingPunct="1">
                <a:spcBef>
                  <a:spcPct val="0"/>
                </a:spcBef>
              </a:pPr>
              <a:t>10</a:t>
            </a:fld>
            <a:endParaRPr lang="en-US" sz="1200">
              <a:latin typeface="Times New Roman" pitchFamily="18" charset="0"/>
            </a:endParaRPr>
          </a:p>
        </p:txBody>
      </p:sp>
      <p:sp>
        <p:nvSpPr>
          <p:cNvPr id="18438" name="Footer Placeholder 4"/>
          <p:cNvSpPr>
            <a:spLocks noGrp="1"/>
          </p:cNvSpPr>
          <p:nvPr>
            <p:ph type="ftr" sz="quarter" idx="4"/>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endParaRPr lang="en-US" sz="1200">
              <a:latin typeface="Times New Roman" pitchFamily="18" charset="0"/>
            </a:endParaRPr>
          </a:p>
        </p:txBody>
      </p:sp>
    </p:spTree>
    <p:extLst>
      <p:ext uri="{BB962C8B-B14F-4D97-AF65-F5344CB8AC3E}">
        <p14:creationId xmlns:p14="http://schemas.microsoft.com/office/powerpoint/2010/main" val="3115695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fld id="{6791BB9B-9B40-427E-A266-6DA4AF02EBB4}" type="slidenum">
              <a:rPr lang="en-US" sz="1200" smtClean="0">
                <a:latin typeface="Times New Roman" pitchFamily="18" charset="0"/>
              </a:rPr>
              <a:pPr eaLnBrk="1" hangingPunct="1"/>
              <a:t>11</a:t>
            </a:fld>
            <a:endParaRPr lang="en-US" sz="1200">
              <a:latin typeface="Times New Roman" pitchFamily="18" charset="0"/>
            </a:endParaRPr>
          </a:p>
        </p:txBody>
      </p:sp>
      <p:sp>
        <p:nvSpPr>
          <p:cNvPr id="18435" name="Slide Image Placeholder 1"/>
          <p:cNvSpPr>
            <a:spLocks noGrp="1" noRot="1" noChangeAspect="1" noTextEdit="1"/>
          </p:cNvSpPr>
          <p:nvPr>
            <p:ph type="sldImg"/>
          </p:nvPr>
        </p:nvSpPr>
        <p:spPr>
          <a:ln/>
        </p:spPr>
      </p:sp>
      <p:sp>
        <p:nvSpPr>
          <p:cNvPr id="18436" name="Notes Placeholder 2"/>
          <p:cNvSpPr>
            <a:spLocks noGrp="1"/>
          </p:cNvSpPr>
          <p:nvPr>
            <p:ph type="body" idx="1"/>
          </p:nvPr>
        </p:nvSpPr>
        <p:spPr>
          <a:noFill/>
        </p:spPr>
        <p:txBody>
          <a:bodyPr/>
          <a:lstStyle/>
          <a:p>
            <a:endParaRPr lang="en-US"/>
          </a:p>
        </p:txBody>
      </p:sp>
      <p:sp>
        <p:nvSpPr>
          <p:cNvPr id="18437" name="Slide Number Placeholder 3"/>
          <p:cNvSpPr txBox="1">
            <a:spLocks noGrp="1"/>
          </p:cNvSpPr>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67" tIns="46584" rIns="93167" bIns="46584" anchor="b"/>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algn="r" eaLnBrk="1" hangingPunct="1">
              <a:spcBef>
                <a:spcPct val="0"/>
              </a:spcBef>
            </a:pPr>
            <a:fld id="{BD8CB953-1D32-481D-B7E9-C13A77C2245C}" type="slidenum">
              <a:rPr lang="en-US" sz="1200">
                <a:latin typeface="Times New Roman" pitchFamily="18" charset="0"/>
              </a:rPr>
              <a:pPr algn="r" eaLnBrk="1" hangingPunct="1">
                <a:spcBef>
                  <a:spcPct val="0"/>
                </a:spcBef>
              </a:pPr>
              <a:t>11</a:t>
            </a:fld>
            <a:endParaRPr lang="en-US" sz="1200">
              <a:latin typeface="Times New Roman" pitchFamily="18" charset="0"/>
            </a:endParaRPr>
          </a:p>
        </p:txBody>
      </p:sp>
      <p:sp>
        <p:nvSpPr>
          <p:cNvPr id="18438" name="Footer Placeholder 4"/>
          <p:cNvSpPr>
            <a:spLocks noGrp="1"/>
          </p:cNvSpPr>
          <p:nvPr>
            <p:ph type="ftr" sz="quarter" idx="4"/>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endParaRPr lang="en-US" sz="1200">
              <a:latin typeface="Times New Roman" pitchFamily="18" charset="0"/>
            </a:endParaRPr>
          </a:p>
        </p:txBody>
      </p:sp>
    </p:spTree>
    <p:extLst>
      <p:ext uri="{BB962C8B-B14F-4D97-AF65-F5344CB8AC3E}">
        <p14:creationId xmlns:p14="http://schemas.microsoft.com/office/powerpoint/2010/main" val="25889845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fld id="{6791BB9B-9B40-427E-A266-6DA4AF02EBB4}" type="slidenum">
              <a:rPr lang="en-US" sz="1200" smtClean="0">
                <a:latin typeface="Times New Roman" pitchFamily="18" charset="0"/>
              </a:rPr>
              <a:pPr eaLnBrk="1" hangingPunct="1"/>
              <a:t>12</a:t>
            </a:fld>
            <a:endParaRPr lang="en-US" sz="1200">
              <a:latin typeface="Times New Roman" pitchFamily="18" charset="0"/>
            </a:endParaRPr>
          </a:p>
        </p:txBody>
      </p:sp>
      <p:sp>
        <p:nvSpPr>
          <p:cNvPr id="18435" name="Slide Image Placeholder 1"/>
          <p:cNvSpPr>
            <a:spLocks noGrp="1" noRot="1" noChangeAspect="1" noTextEdit="1"/>
          </p:cNvSpPr>
          <p:nvPr>
            <p:ph type="sldImg"/>
          </p:nvPr>
        </p:nvSpPr>
        <p:spPr>
          <a:ln/>
        </p:spPr>
      </p:sp>
      <p:sp>
        <p:nvSpPr>
          <p:cNvPr id="18436" name="Notes Placeholder 2"/>
          <p:cNvSpPr>
            <a:spLocks noGrp="1"/>
          </p:cNvSpPr>
          <p:nvPr>
            <p:ph type="body" idx="1"/>
          </p:nvPr>
        </p:nvSpPr>
        <p:spPr>
          <a:noFill/>
        </p:spPr>
        <p:txBody>
          <a:bodyPr/>
          <a:lstStyle/>
          <a:p>
            <a:endParaRPr lang="en-US"/>
          </a:p>
        </p:txBody>
      </p:sp>
      <p:sp>
        <p:nvSpPr>
          <p:cNvPr id="18437" name="Slide Number Placeholder 3"/>
          <p:cNvSpPr txBox="1">
            <a:spLocks noGrp="1"/>
          </p:cNvSpPr>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67" tIns="46584" rIns="93167" bIns="46584" anchor="b"/>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algn="r" eaLnBrk="1" hangingPunct="1">
              <a:spcBef>
                <a:spcPct val="0"/>
              </a:spcBef>
            </a:pPr>
            <a:fld id="{BD8CB953-1D32-481D-B7E9-C13A77C2245C}" type="slidenum">
              <a:rPr lang="en-US" sz="1200">
                <a:latin typeface="Times New Roman" pitchFamily="18" charset="0"/>
              </a:rPr>
              <a:pPr algn="r" eaLnBrk="1" hangingPunct="1">
                <a:spcBef>
                  <a:spcPct val="0"/>
                </a:spcBef>
              </a:pPr>
              <a:t>12</a:t>
            </a:fld>
            <a:endParaRPr lang="en-US" sz="1200">
              <a:latin typeface="Times New Roman" pitchFamily="18" charset="0"/>
            </a:endParaRPr>
          </a:p>
        </p:txBody>
      </p:sp>
      <p:sp>
        <p:nvSpPr>
          <p:cNvPr id="18438" name="Footer Placeholder 4"/>
          <p:cNvSpPr>
            <a:spLocks noGrp="1"/>
          </p:cNvSpPr>
          <p:nvPr>
            <p:ph type="ftr" sz="quarter" idx="4"/>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endParaRPr lang="en-US" sz="1200">
              <a:latin typeface="Times New Roman" pitchFamily="18" charset="0"/>
            </a:endParaRPr>
          </a:p>
        </p:txBody>
      </p:sp>
    </p:spTree>
    <p:extLst>
      <p:ext uri="{BB962C8B-B14F-4D97-AF65-F5344CB8AC3E}">
        <p14:creationId xmlns:p14="http://schemas.microsoft.com/office/powerpoint/2010/main" val="3083045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fld id="{6791BB9B-9B40-427E-A266-6DA4AF02EBB4}" type="slidenum">
              <a:rPr lang="en-US" sz="1200" smtClean="0">
                <a:latin typeface="Times New Roman" pitchFamily="18" charset="0"/>
              </a:rPr>
              <a:pPr eaLnBrk="1" hangingPunct="1"/>
              <a:t>14</a:t>
            </a:fld>
            <a:endParaRPr lang="en-US" sz="1200">
              <a:latin typeface="Times New Roman" pitchFamily="18" charset="0"/>
            </a:endParaRPr>
          </a:p>
        </p:txBody>
      </p:sp>
      <p:sp>
        <p:nvSpPr>
          <p:cNvPr id="18435" name="Slide Image Placeholder 1"/>
          <p:cNvSpPr>
            <a:spLocks noGrp="1" noRot="1" noChangeAspect="1" noTextEdit="1"/>
          </p:cNvSpPr>
          <p:nvPr>
            <p:ph type="sldImg"/>
          </p:nvPr>
        </p:nvSpPr>
        <p:spPr>
          <a:ln/>
        </p:spPr>
      </p:sp>
      <p:sp>
        <p:nvSpPr>
          <p:cNvPr id="18436" name="Notes Placeholder 2"/>
          <p:cNvSpPr>
            <a:spLocks noGrp="1"/>
          </p:cNvSpPr>
          <p:nvPr>
            <p:ph type="body" idx="1"/>
          </p:nvPr>
        </p:nvSpPr>
        <p:spPr>
          <a:noFill/>
        </p:spPr>
        <p:txBody>
          <a:bodyPr/>
          <a:lstStyle/>
          <a:p>
            <a:endParaRPr lang="en-US"/>
          </a:p>
        </p:txBody>
      </p:sp>
      <p:sp>
        <p:nvSpPr>
          <p:cNvPr id="18437" name="Slide Number Placeholder 3"/>
          <p:cNvSpPr txBox="1">
            <a:spLocks noGrp="1"/>
          </p:cNvSpPr>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67" tIns="46584" rIns="93167" bIns="46584" anchor="b"/>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algn="r" eaLnBrk="1" hangingPunct="1">
              <a:spcBef>
                <a:spcPct val="0"/>
              </a:spcBef>
            </a:pPr>
            <a:fld id="{BD8CB953-1D32-481D-B7E9-C13A77C2245C}" type="slidenum">
              <a:rPr lang="en-US" sz="1200">
                <a:latin typeface="Times New Roman" pitchFamily="18" charset="0"/>
              </a:rPr>
              <a:pPr algn="r" eaLnBrk="1" hangingPunct="1">
                <a:spcBef>
                  <a:spcPct val="0"/>
                </a:spcBef>
              </a:pPr>
              <a:t>14</a:t>
            </a:fld>
            <a:endParaRPr lang="en-US" sz="1200">
              <a:latin typeface="Times New Roman" pitchFamily="18" charset="0"/>
            </a:endParaRPr>
          </a:p>
        </p:txBody>
      </p:sp>
      <p:sp>
        <p:nvSpPr>
          <p:cNvPr id="18438" name="Footer Placeholder 4"/>
          <p:cNvSpPr>
            <a:spLocks noGrp="1"/>
          </p:cNvSpPr>
          <p:nvPr>
            <p:ph type="ftr" sz="quarter" idx="4"/>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endParaRPr lang="en-US" sz="1200">
              <a:latin typeface="Times New Roman" pitchFamily="18" charset="0"/>
            </a:endParaRPr>
          </a:p>
        </p:txBody>
      </p:sp>
    </p:spTree>
    <p:extLst>
      <p:ext uri="{BB962C8B-B14F-4D97-AF65-F5344CB8AC3E}">
        <p14:creationId xmlns:p14="http://schemas.microsoft.com/office/powerpoint/2010/main" val="4044829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fld id="{6791BB9B-9B40-427E-A266-6DA4AF02EBB4}" type="slidenum">
              <a:rPr lang="en-US" sz="1200" smtClean="0">
                <a:latin typeface="Times New Roman" pitchFamily="18" charset="0"/>
              </a:rPr>
              <a:pPr eaLnBrk="1" hangingPunct="1"/>
              <a:t>15</a:t>
            </a:fld>
            <a:endParaRPr lang="en-US" sz="1200">
              <a:latin typeface="Times New Roman" pitchFamily="18" charset="0"/>
            </a:endParaRPr>
          </a:p>
        </p:txBody>
      </p:sp>
      <p:sp>
        <p:nvSpPr>
          <p:cNvPr id="18435" name="Slide Image Placeholder 1"/>
          <p:cNvSpPr>
            <a:spLocks noGrp="1" noRot="1" noChangeAspect="1" noTextEdit="1"/>
          </p:cNvSpPr>
          <p:nvPr>
            <p:ph type="sldImg"/>
          </p:nvPr>
        </p:nvSpPr>
        <p:spPr>
          <a:ln/>
        </p:spPr>
      </p:sp>
      <p:sp>
        <p:nvSpPr>
          <p:cNvPr id="18436" name="Notes Placeholder 2"/>
          <p:cNvSpPr>
            <a:spLocks noGrp="1"/>
          </p:cNvSpPr>
          <p:nvPr>
            <p:ph type="body" idx="1"/>
          </p:nvPr>
        </p:nvSpPr>
        <p:spPr>
          <a:noFill/>
        </p:spPr>
        <p:txBody>
          <a:bodyPr/>
          <a:lstStyle/>
          <a:p>
            <a:endParaRPr lang="en-US"/>
          </a:p>
        </p:txBody>
      </p:sp>
      <p:sp>
        <p:nvSpPr>
          <p:cNvPr id="18437" name="Slide Number Placeholder 3"/>
          <p:cNvSpPr txBox="1">
            <a:spLocks noGrp="1"/>
          </p:cNvSpPr>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67" tIns="46584" rIns="93167" bIns="46584" anchor="b"/>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algn="r" eaLnBrk="1" hangingPunct="1">
              <a:spcBef>
                <a:spcPct val="0"/>
              </a:spcBef>
            </a:pPr>
            <a:fld id="{BD8CB953-1D32-481D-B7E9-C13A77C2245C}" type="slidenum">
              <a:rPr lang="en-US" sz="1200">
                <a:latin typeface="Times New Roman" pitchFamily="18" charset="0"/>
              </a:rPr>
              <a:pPr algn="r" eaLnBrk="1" hangingPunct="1">
                <a:spcBef>
                  <a:spcPct val="0"/>
                </a:spcBef>
              </a:pPr>
              <a:t>15</a:t>
            </a:fld>
            <a:endParaRPr lang="en-US" sz="1200">
              <a:latin typeface="Times New Roman" pitchFamily="18" charset="0"/>
            </a:endParaRPr>
          </a:p>
        </p:txBody>
      </p:sp>
      <p:sp>
        <p:nvSpPr>
          <p:cNvPr id="18438" name="Footer Placeholder 4"/>
          <p:cNvSpPr>
            <a:spLocks noGrp="1"/>
          </p:cNvSpPr>
          <p:nvPr>
            <p:ph type="ftr" sz="quarter" idx="4"/>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endParaRPr lang="en-US" sz="1200">
              <a:latin typeface="Times New Roman" pitchFamily="18" charset="0"/>
            </a:endParaRPr>
          </a:p>
        </p:txBody>
      </p:sp>
    </p:spTree>
    <p:extLst>
      <p:ext uri="{BB962C8B-B14F-4D97-AF65-F5344CB8AC3E}">
        <p14:creationId xmlns:p14="http://schemas.microsoft.com/office/powerpoint/2010/main" val="31116842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fld id="{6791BB9B-9B40-427E-A266-6DA4AF02EBB4}" type="slidenum">
              <a:rPr lang="en-US" sz="1200" smtClean="0">
                <a:latin typeface="Times New Roman" pitchFamily="18" charset="0"/>
              </a:rPr>
              <a:pPr eaLnBrk="1" hangingPunct="1"/>
              <a:t>16</a:t>
            </a:fld>
            <a:endParaRPr lang="en-US" sz="1200">
              <a:latin typeface="Times New Roman" pitchFamily="18" charset="0"/>
            </a:endParaRPr>
          </a:p>
        </p:txBody>
      </p:sp>
      <p:sp>
        <p:nvSpPr>
          <p:cNvPr id="18435" name="Slide Image Placeholder 1"/>
          <p:cNvSpPr>
            <a:spLocks noGrp="1" noRot="1" noChangeAspect="1" noTextEdit="1"/>
          </p:cNvSpPr>
          <p:nvPr>
            <p:ph type="sldImg"/>
          </p:nvPr>
        </p:nvSpPr>
        <p:spPr>
          <a:ln/>
        </p:spPr>
      </p:sp>
      <p:sp>
        <p:nvSpPr>
          <p:cNvPr id="18436" name="Notes Placeholder 2"/>
          <p:cNvSpPr>
            <a:spLocks noGrp="1"/>
          </p:cNvSpPr>
          <p:nvPr>
            <p:ph type="body" idx="1"/>
          </p:nvPr>
        </p:nvSpPr>
        <p:spPr>
          <a:noFill/>
        </p:spPr>
        <p:txBody>
          <a:bodyPr/>
          <a:lstStyle/>
          <a:p>
            <a:endParaRPr lang="en-US"/>
          </a:p>
        </p:txBody>
      </p:sp>
      <p:sp>
        <p:nvSpPr>
          <p:cNvPr id="18437" name="Slide Number Placeholder 3"/>
          <p:cNvSpPr txBox="1">
            <a:spLocks noGrp="1"/>
          </p:cNvSpPr>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67" tIns="46584" rIns="93167" bIns="46584" anchor="b"/>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algn="r" eaLnBrk="1" hangingPunct="1">
              <a:spcBef>
                <a:spcPct val="0"/>
              </a:spcBef>
            </a:pPr>
            <a:fld id="{BD8CB953-1D32-481D-B7E9-C13A77C2245C}" type="slidenum">
              <a:rPr lang="en-US" sz="1200">
                <a:latin typeface="Times New Roman" pitchFamily="18" charset="0"/>
              </a:rPr>
              <a:pPr algn="r" eaLnBrk="1" hangingPunct="1">
                <a:spcBef>
                  <a:spcPct val="0"/>
                </a:spcBef>
              </a:pPr>
              <a:t>16</a:t>
            </a:fld>
            <a:endParaRPr lang="en-US" sz="1200">
              <a:latin typeface="Times New Roman" pitchFamily="18" charset="0"/>
            </a:endParaRPr>
          </a:p>
        </p:txBody>
      </p:sp>
      <p:sp>
        <p:nvSpPr>
          <p:cNvPr id="18438" name="Footer Placeholder 4"/>
          <p:cNvSpPr>
            <a:spLocks noGrp="1"/>
          </p:cNvSpPr>
          <p:nvPr>
            <p:ph type="ftr" sz="quarter" idx="4"/>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endParaRPr lang="en-US" sz="1200">
              <a:latin typeface="Times New Roman" pitchFamily="18" charset="0"/>
            </a:endParaRPr>
          </a:p>
        </p:txBody>
      </p:sp>
    </p:spTree>
    <p:extLst>
      <p:ext uri="{BB962C8B-B14F-4D97-AF65-F5344CB8AC3E}">
        <p14:creationId xmlns:p14="http://schemas.microsoft.com/office/powerpoint/2010/main" val="159269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fld id="{6791BB9B-9B40-427E-A266-6DA4AF02EBB4}" type="slidenum">
              <a:rPr lang="en-US" sz="1200" smtClean="0">
                <a:latin typeface="Times New Roman" pitchFamily="18" charset="0"/>
              </a:rPr>
              <a:pPr eaLnBrk="1" hangingPunct="1"/>
              <a:t>17</a:t>
            </a:fld>
            <a:endParaRPr lang="en-US" sz="1200">
              <a:latin typeface="Times New Roman" pitchFamily="18" charset="0"/>
            </a:endParaRPr>
          </a:p>
        </p:txBody>
      </p:sp>
      <p:sp>
        <p:nvSpPr>
          <p:cNvPr id="18435" name="Slide Image Placeholder 1"/>
          <p:cNvSpPr>
            <a:spLocks noGrp="1" noRot="1" noChangeAspect="1" noTextEdit="1"/>
          </p:cNvSpPr>
          <p:nvPr>
            <p:ph type="sldImg"/>
          </p:nvPr>
        </p:nvSpPr>
        <p:spPr>
          <a:ln/>
        </p:spPr>
      </p:sp>
      <p:sp>
        <p:nvSpPr>
          <p:cNvPr id="18436" name="Notes Placeholder 2"/>
          <p:cNvSpPr>
            <a:spLocks noGrp="1"/>
          </p:cNvSpPr>
          <p:nvPr>
            <p:ph type="body" idx="1"/>
          </p:nvPr>
        </p:nvSpPr>
        <p:spPr>
          <a:noFill/>
        </p:spPr>
        <p:txBody>
          <a:bodyPr/>
          <a:lstStyle/>
          <a:p>
            <a:endParaRPr lang="en-US"/>
          </a:p>
        </p:txBody>
      </p:sp>
      <p:sp>
        <p:nvSpPr>
          <p:cNvPr id="18437" name="Slide Number Placeholder 3"/>
          <p:cNvSpPr txBox="1">
            <a:spLocks noGrp="1"/>
          </p:cNvSpPr>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67" tIns="46584" rIns="93167" bIns="46584" anchor="b"/>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algn="r" eaLnBrk="1" hangingPunct="1">
              <a:spcBef>
                <a:spcPct val="0"/>
              </a:spcBef>
            </a:pPr>
            <a:fld id="{BD8CB953-1D32-481D-B7E9-C13A77C2245C}" type="slidenum">
              <a:rPr lang="en-US" sz="1200">
                <a:latin typeface="Times New Roman" pitchFamily="18" charset="0"/>
              </a:rPr>
              <a:pPr algn="r" eaLnBrk="1" hangingPunct="1">
                <a:spcBef>
                  <a:spcPct val="0"/>
                </a:spcBef>
              </a:pPr>
              <a:t>17</a:t>
            </a:fld>
            <a:endParaRPr lang="en-US" sz="1200">
              <a:latin typeface="Times New Roman" pitchFamily="18" charset="0"/>
            </a:endParaRPr>
          </a:p>
        </p:txBody>
      </p:sp>
      <p:sp>
        <p:nvSpPr>
          <p:cNvPr id="18438" name="Footer Placeholder 4"/>
          <p:cNvSpPr>
            <a:spLocks noGrp="1"/>
          </p:cNvSpPr>
          <p:nvPr>
            <p:ph type="ftr" sz="quarter" idx="4"/>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endParaRPr lang="en-US" sz="1200">
              <a:latin typeface="Times New Roman" pitchFamily="18" charset="0"/>
            </a:endParaRPr>
          </a:p>
        </p:txBody>
      </p:sp>
    </p:spTree>
    <p:extLst>
      <p:ext uri="{BB962C8B-B14F-4D97-AF65-F5344CB8AC3E}">
        <p14:creationId xmlns:p14="http://schemas.microsoft.com/office/powerpoint/2010/main" val="842318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fld id="{6791BB9B-9B40-427E-A266-6DA4AF02EBB4}" type="slidenum">
              <a:rPr lang="en-US" sz="1200" smtClean="0">
                <a:latin typeface="Times New Roman" pitchFamily="18" charset="0"/>
              </a:rPr>
              <a:pPr eaLnBrk="1" hangingPunct="1"/>
              <a:t>18</a:t>
            </a:fld>
            <a:endParaRPr lang="en-US" sz="1200">
              <a:latin typeface="Times New Roman" pitchFamily="18" charset="0"/>
            </a:endParaRPr>
          </a:p>
        </p:txBody>
      </p:sp>
      <p:sp>
        <p:nvSpPr>
          <p:cNvPr id="18435" name="Slide Image Placeholder 1"/>
          <p:cNvSpPr>
            <a:spLocks noGrp="1" noRot="1" noChangeAspect="1" noTextEdit="1"/>
          </p:cNvSpPr>
          <p:nvPr>
            <p:ph type="sldImg"/>
          </p:nvPr>
        </p:nvSpPr>
        <p:spPr>
          <a:ln/>
        </p:spPr>
      </p:sp>
      <p:sp>
        <p:nvSpPr>
          <p:cNvPr id="18436" name="Notes Placeholder 2"/>
          <p:cNvSpPr>
            <a:spLocks noGrp="1"/>
          </p:cNvSpPr>
          <p:nvPr>
            <p:ph type="body" idx="1"/>
          </p:nvPr>
        </p:nvSpPr>
        <p:spPr>
          <a:noFill/>
        </p:spPr>
        <p:txBody>
          <a:bodyPr/>
          <a:lstStyle/>
          <a:p>
            <a:endParaRPr lang="en-US"/>
          </a:p>
        </p:txBody>
      </p:sp>
      <p:sp>
        <p:nvSpPr>
          <p:cNvPr id="18437" name="Slide Number Placeholder 3"/>
          <p:cNvSpPr txBox="1">
            <a:spLocks noGrp="1"/>
          </p:cNvSpPr>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67" tIns="46584" rIns="93167" bIns="46584" anchor="b"/>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algn="r" eaLnBrk="1" hangingPunct="1">
              <a:spcBef>
                <a:spcPct val="0"/>
              </a:spcBef>
            </a:pPr>
            <a:fld id="{BD8CB953-1D32-481D-B7E9-C13A77C2245C}" type="slidenum">
              <a:rPr lang="en-US" sz="1200">
                <a:latin typeface="Times New Roman" pitchFamily="18" charset="0"/>
              </a:rPr>
              <a:pPr algn="r" eaLnBrk="1" hangingPunct="1">
                <a:spcBef>
                  <a:spcPct val="0"/>
                </a:spcBef>
              </a:pPr>
              <a:t>18</a:t>
            </a:fld>
            <a:endParaRPr lang="en-US" sz="1200">
              <a:latin typeface="Times New Roman" pitchFamily="18" charset="0"/>
            </a:endParaRPr>
          </a:p>
        </p:txBody>
      </p:sp>
      <p:sp>
        <p:nvSpPr>
          <p:cNvPr id="18438" name="Footer Placeholder 4"/>
          <p:cNvSpPr>
            <a:spLocks noGrp="1"/>
          </p:cNvSpPr>
          <p:nvPr>
            <p:ph type="ftr" sz="quarter" idx="4"/>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endParaRPr lang="en-US" sz="1200">
              <a:latin typeface="Times New Roman" pitchFamily="18" charset="0"/>
            </a:endParaRPr>
          </a:p>
        </p:txBody>
      </p:sp>
    </p:spTree>
    <p:extLst>
      <p:ext uri="{BB962C8B-B14F-4D97-AF65-F5344CB8AC3E}">
        <p14:creationId xmlns:p14="http://schemas.microsoft.com/office/powerpoint/2010/main" val="33099159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fld id="{6791BB9B-9B40-427E-A266-6DA4AF02EBB4}" type="slidenum">
              <a:rPr lang="en-US" sz="1200" smtClean="0">
                <a:latin typeface="Times New Roman" pitchFamily="18" charset="0"/>
              </a:rPr>
              <a:pPr eaLnBrk="1" hangingPunct="1"/>
              <a:t>20</a:t>
            </a:fld>
            <a:endParaRPr lang="en-US" sz="1200">
              <a:latin typeface="Times New Roman" pitchFamily="18" charset="0"/>
            </a:endParaRPr>
          </a:p>
        </p:txBody>
      </p:sp>
      <p:sp>
        <p:nvSpPr>
          <p:cNvPr id="18435" name="Slide Image Placeholder 1"/>
          <p:cNvSpPr>
            <a:spLocks noGrp="1" noRot="1" noChangeAspect="1" noTextEdit="1"/>
          </p:cNvSpPr>
          <p:nvPr>
            <p:ph type="sldImg"/>
          </p:nvPr>
        </p:nvSpPr>
        <p:spPr>
          <a:ln/>
        </p:spPr>
      </p:sp>
      <p:sp>
        <p:nvSpPr>
          <p:cNvPr id="18436" name="Notes Placeholder 2"/>
          <p:cNvSpPr>
            <a:spLocks noGrp="1"/>
          </p:cNvSpPr>
          <p:nvPr>
            <p:ph type="body" idx="1"/>
          </p:nvPr>
        </p:nvSpPr>
        <p:spPr>
          <a:noFill/>
        </p:spPr>
        <p:txBody>
          <a:bodyPr/>
          <a:lstStyle/>
          <a:p>
            <a:endParaRPr lang="en-US"/>
          </a:p>
        </p:txBody>
      </p:sp>
      <p:sp>
        <p:nvSpPr>
          <p:cNvPr id="18437" name="Slide Number Placeholder 3"/>
          <p:cNvSpPr txBox="1">
            <a:spLocks noGrp="1"/>
          </p:cNvSpPr>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67" tIns="46584" rIns="93167" bIns="46584" anchor="b"/>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algn="r" eaLnBrk="1" hangingPunct="1">
              <a:spcBef>
                <a:spcPct val="0"/>
              </a:spcBef>
            </a:pPr>
            <a:fld id="{BD8CB953-1D32-481D-B7E9-C13A77C2245C}" type="slidenum">
              <a:rPr lang="en-US" sz="1200">
                <a:latin typeface="Times New Roman" pitchFamily="18" charset="0"/>
              </a:rPr>
              <a:pPr algn="r" eaLnBrk="1" hangingPunct="1">
                <a:spcBef>
                  <a:spcPct val="0"/>
                </a:spcBef>
              </a:pPr>
              <a:t>20</a:t>
            </a:fld>
            <a:endParaRPr lang="en-US" sz="1200">
              <a:latin typeface="Times New Roman" pitchFamily="18" charset="0"/>
            </a:endParaRPr>
          </a:p>
        </p:txBody>
      </p:sp>
      <p:sp>
        <p:nvSpPr>
          <p:cNvPr id="18438" name="Footer Placeholder 4"/>
          <p:cNvSpPr>
            <a:spLocks noGrp="1"/>
          </p:cNvSpPr>
          <p:nvPr>
            <p:ph type="ftr" sz="quarter" idx="4"/>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endParaRPr lang="en-US" sz="1200">
              <a:latin typeface="Times New Roman" pitchFamily="18" charset="0"/>
            </a:endParaRPr>
          </a:p>
        </p:txBody>
      </p:sp>
    </p:spTree>
    <p:extLst>
      <p:ext uri="{BB962C8B-B14F-4D97-AF65-F5344CB8AC3E}">
        <p14:creationId xmlns:p14="http://schemas.microsoft.com/office/powerpoint/2010/main" val="1408063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fld id="{6791BB9B-9B40-427E-A266-6DA4AF02EBB4}" type="slidenum">
              <a:rPr lang="en-US" sz="1200" smtClean="0">
                <a:latin typeface="Times New Roman" pitchFamily="18" charset="0"/>
              </a:rPr>
              <a:pPr eaLnBrk="1" hangingPunct="1"/>
              <a:t>21</a:t>
            </a:fld>
            <a:endParaRPr lang="en-US" sz="1200">
              <a:latin typeface="Times New Roman" pitchFamily="18" charset="0"/>
            </a:endParaRPr>
          </a:p>
        </p:txBody>
      </p:sp>
      <p:sp>
        <p:nvSpPr>
          <p:cNvPr id="18435" name="Slide Image Placeholder 1"/>
          <p:cNvSpPr>
            <a:spLocks noGrp="1" noRot="1" noChangeAspect="1" noTextEdit="1"/>
          </p:cNvSpPr>
          <p:nvPr>
            <p:ph type="sldImg"/>
          </p:nvPr>
        </p:nvSpPr>
        <p:spPr>
          <a:ln/>
        </p:spPr>
      </p:sp>
      <p:sp>
        <p:nvSpPr>
          <p:cNvPr id="18436" name="Notes Placeholder 2"/>
          <p:cNvSpPr>
            <a:spLocks noGrp="1"/>
          </p:cNvSpPr>
          <p:nvPr>
            <p:ph type="body" idx="1"/>
          </p:nvPr>
        </p:nvSpPr>
        <p:spPr>
          <a:noFill/>
        </p:spPr>
        <p:txBody>
          <a:bodyPr/>
          <a:lstStyle/>
          <a:p>
            <a:endParaRPr lang="en-US"/>
          </a:p>
        </p:txBody>
      </p:sp>
      <p:sp>
        <p:nvSpPr>
          <p:cNvPr id="18437" name="Slide Number Placeholder 3"/>
          <p:cNvSpPr txBox="1">
            <a:spLocks noGrp="1"/>
          </p:cNvSpPr>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67" tIns="46584" rIns="93167" bIns="46584" anchor="b"/>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algn="r" eaLnBrk="1" hangingPunct="1">
              <a:spcBef>
                <a:spcPct val="0"/>
              </a:spcBef>
            </a:pPr>
            <a:fld id="{BD8CB953-1D32-481D-B7E9-C13A77C2245C}" type="slidenum">
              <a:rPr lang="en-US" sz="1200">
                <a:latin typeface="Times New Roman" pitchFamily="18" charset="0"/>
              </a:rPr>
              <a:pPr algn="r" eaLnBrk="1" hangingPunct="1">
                <a:spcBef>
                  <a:spcPct val="0"/>
                </a:spcBef>
              </a:pPr>
              <a:t>21</a:t>
            </a:fld>
            <a:endParaRPr lang="en-US" sz="1200">
              <a:latin typeface="Times New Roman" pitchFamily="18" charset="0"/>
            </a:endParaRPr>
          </a:p>
        </p:txBody>
      </p:sp>
      <p:sp>
        <p:nvSpPr>
          <p:cNvPr id="18438" name="Footer Placeholder 4"/>
          <p:cNvSpPr>
            <a:spLocks noGrp="1"/>
          </p:cNvSpPr>
          <p:nvPr>
            <p:ph type="ftr" sz="quarter" idx="4"/>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endParaRPr lang="en-US" sz="1200">
              <a:latin typeface="Times New Roman" pitchFamily="18" charset="0"/>
            </a:endParaRPr>
          </a:p>
        </p:txBody>
      </p:sp>
    </p:spTree>
    <p:extLst>
      <p:ext uri="{BB962C8B-B14F-4D97-AF65-F5344CB8AC3E}">
        <p14:creationId xmlns:p14="http://schemas.microsoft.com/office/powerpoint/2010/main" val="9571648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fld id="{6791BB9B-9B40-427E-A266-6DA4AF02EBB4}" type="slidenum">
              <a:rPr lang="en-US" sz="1200" smtClean="0">
                <a:latin typeface="Times New Roman" pitchFamily="18" charset="0"/>
              </a:rPr>
              <a:pPr eaLnBrk="1" hangingPunct="1"/>
              <a:t>22</a:t>
            </a:fld>
            <a:endParaRPr lang="en-US" sz="1200">
              <a:latin typeface="Times New Roman" pitchFamily="18" charset="0"/>
            </a:endParaRPr>
          </a:p>
        </p:txBody>
      </p:sp>
      <p:sp>
        <p:nvSpPr>
          <p:cNvPr id="18435" name="Slide Image Placeholder 1"/>
          <p:cNvSpPr>
            <a:spLocks noGrp="1" noRot="1" noChangeAspect="1" noTextEdit="1"/>
          </p:cNvSpPr>
          <p:nvPr>
            <p:ph type="sldImg"/>
          </p:nvPr>
        </p:nvSpPr>
        <p:spPr>
          <a:ln/>
        </p:spPr>
      </p:sp>
      <p:sp>
        <p:nvSpPr>
          <p:cNvPr id="18436" name="Notes Placeholder 2"/>
          <p:cNvSpPr>
            <a:spLocks noGrp="1"/>
          </p:cNvSpPr>
          <p:nvPr>
            <p:ph type="body" idx="1"/>
          </p:nvPr>
        </p:nvSpPr>
        <p:spPr>
          <a:noFill/>
        </p:spPr>
        <p:txBody>
          <a:bodyPr/>
          <a:lstStyle/>
          <a:p>
            <a:endParaRPr lang="en-US"/>
          </a:p>
        </p:txBody>
      </p:sp>
      <p:sp>
        <p:nvSpPr>
          <p:cNvPr id="18437" name="Slide Number Placeholder 3"/>
          <p:cNvSpPr txBox="1">
            <a:spLocks noGrp="1"/>
          </p:cNvSpPr>
          <p:nvPr/>
        </p:nvSpPr>
        <p:spPr bwMode="auto">
          <a:xfrm>
            <a:off x="3898900" y="8831263"/>
            <a:ext cx="2982913"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167" tIns="46584" rIns="93167" bIns="46584" anchor="b"/>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algn="r" eaLnBrk="1" hangingPunct="1">
              <a:spcBef>
                <a:spcPct val="0"/>
              </a:spcBef>
            </a:pPr>
            <a:fld id="{BD8CB953-1D32-481D-B7E9-C13A77C2245C}" type="slidenum">
              <a:rPr lang="en-US" sz="1200">
                <a:latin typeface="Times New Roman" pitchFamily="18" charset="0"/>
              </a:rPr>
              <a:pPr algn="r" eaLnBrk="1" hangingPunct="1">
                <a:spcBef>
                  <a:spcPct val="0"/>
                </a:spcBef>
              </a:pPr>
              <a:t>22</a:t>
            </a:fld>
            <a:endParaRPr lang="en-US" sz="1200">
              <a:latin typeface="Times New Roman" pitchFamily="18" charset="0"/>
            </a:endParaRPr>
          </a:p>
        </p:txBody>
      </p:sp>
      <p:sp>
        <p:nvSpPr>
          <p:cNvPr id="18438" name="Footer Placeholder 4"/>
          <p:cNvSpPr>
            <a:spLocks noGrp="1"/>
          </p:cNvSpPr>
          <p:nvPr>
            <p:ph type="ftr" sz="quarter" idx="4"/>
          </p:nvPr>
        </p:nvSpPr>
        <p:spPr>
          <a:noFill/>
        </p:spPr>
        <p:txBody>
          <a:bodyPr/>
          <a:lstStyle>
            <a:lvl1pPr defTabSz="931863" eaLnBrk="0" hangingPunct="0">
              <a:defRPr sz="2000">
                <a:solidFill>
                  <a:schemeClr val="tx1"/>
                </a:solidFill>
                <a:latin typeface="Arial" charset="0"/>
              </a:defRPr>
            </a:lvl1pPr>
            <a:lvl2pPr marL="742950" indent="-285750" defTabSz="931863" eaLnBrk="0" hangingPunct="0">
              <a:defRPr sz="2000">
                <a:solidFill>
                  <a:schemeClr val="tx1"/>
                </a:solidFill>
                <a:latin typeface="Arial" charset="0"/>
              </a:defRPr>
            </a:lvl2pPr>
            <a:lvl3pPr marL="1143000" indent="-228600" defTabSz="931863" eaLnBrk="0" hangingPunct="0">
              <a:defRPr sz="2000">
                <a:solidFill>
                  <a:schemeClr val="tx1"/>
                </a:solidFill>
                <a:latin typeface="Arial" charset="0"/>
              </a:defRPr>
            </a:lvl3pPr>
            <a:lvl4pPr marL="1600200" indent="-228600" defTabSz="931863" eaLnBrk="0" hangingPunct="0">
              <a:defRPr sz="2000">
                <a:solidFill>
                  <a:schemeClr val="tx1"/>
                </a:solidFill>
                <a:latin typeface="Arial" charset="0"/>
              </a:defRPr>
            </a:lvl4pPr>
            <a:lvl5pPr marL="2057400" indent="-228600" defTabSz="931863" eaLnBrk="0" hangingPunct="0">
              <a:defRPr sz="2000">
                <a:solidFill>
                  <a:schemeClr val="tx1"/>
                </a:solidFill>
                <a:latin typeface="Arial" charset="0"/>
              </a:defRPr>
            </a:lvl5pPr>
            <a:lvl6pPr marL="2514600" indent="-228600" algn="ctr" defTabSz="931863" eaLnBrk="0" fontAlgn="base" hangingPunct="0">
              <a:spcBef>
                <a:spcPct val="50000"/>
              </a:spcBef>
              <a:spcAft>
                <a:spcPct val="0"/>
              </a:spcAft>
              <a:defRPr sz="2000">
                <a:solidFill>
                  <a:schemeClr val="tx1"/>
                </a:solidFill>
                <a:latin typeface="Arial" charset="0"/>
              </a:defRPr>
            </a:lvl6pPr>
            <a:lvl7pPr marL="2971800" indent="-228600" algn="ctr" defTabSz="931863" eaLnBrk="0" fontAlgn="base" hangingPunct="0">
              <a:spcBef>
                <a:spcPct val="50000"/>
              </a:spcBef>
              <a:spcAft>
                <a:spcPct val="0"/>
              </a:spcAft>
              <a:defRPr sz="2000">
                <a:solidFill>
                  <a:schemeClr val="tx1"/>
                </a:solidFill>
                <a:latin typeface="Arial" charset="0"/>
              </a:defRPr>
            </a:lvl7pPr>
            <a:lvl8pPr marL="3429000" indent="-228600" algn="ctr" defTabSz="931863" eaLnBrk="0" fontAlgn="base" hangingPunct="0">
              <a:spcBef>
                <a:spcPct val="50000"/>
              </a:spcBef>
              <a:spcAft>
                <a:spcPct val="0"/>
              </a:spcAft>
              <a:defRPr sz="2000">
                <a:solidFill>
                  <a:schemeClr val="tx1"/>
                </a:solidFill>
                <a:latin typeface="Arial" charset="0"/>
              </a:defRPr>
            </a:lvl8pPr>
            <a:lvl9pPr marL="3886200" indent="-228600" algn="ctr" defTabSz="931863" eaLnBrk="0" fontAlgn="base" hangingPunct="0">
              <a:spcBef>
                <a:spcPct val="50000"/>
              </a:spcBef>
              <a:spcAft>
                <a:spcPct val="0"/>
              </a:spcAft>
              <a:defRPr sz="2000">
                <a:solidFill>
                  <a:schemeClr val="tx1"/>
                </a:solidFill>
                <a:latin typeface="Arial" charset="0"/>
              </a:defRPr>
            </a:lvl9pPr>
          </a:lstStyle>
          <a:p>
            <a:pPr eaLnBrk="1" hangingPunct="1"/>
            <a:endParaRPr lang="en-US" sz="1200">
              <a:latin typeface="Times New Roman" pitchFamily="18" charset="0"/>
            </a:endParaRPr>
          </a:p>
        </p:txBody>
      </p:sp>
    </p:spTree>
    <p:extLst>
      <p:ext uri="{BB962C8B-B14F-4D97-AF65-F5344CB8AC3E}">
        <p14:creationId xmlns:p14="http://schemas.microsoft.com/office/powerpoint/2010/main" val="1046783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8"/>
          <p:cNvSpPr>
            <a:spLocks noGrp="1" noChangeArrowheads="1"/>
          </p:cNvSpPr>
          <p:nvPr>
            <p:ph type="sldNum" sz="quarter" idx="10"/>
          </p:nvPr>
        </p:nvSpPr>
        <p:spPr>
          <a:ln/>
        </p:spPr>
        <p:txBody>
          <a:bodyPr/>
          <a:lstStyle>
            <a:lvl1pPr>
              <a:defRPr/>
            </a:lvl1pPr>
          </a:lstStyle>
          <a:p>
            <a:pPr>
              <a:defRPr/>
            </a:pPr>
            <a:fld id="{111D279D-A7F0-48A3-BBC4-50ECA53255DA}" type="slidenum">
              <a:rPr lang="en-US"/>
              <a:pPr>
                <a:defRPr/>
              </a:pPr>
              <a:t>‹#›</a:t>
            </a:fld>
            <a:endParaRPr lang="en-US"/>
          </a:p>
        </p:txBody>
      </p:sp>
    </p:spTree>
    <p:extLst>
      <p:ext uri="{BB962C8B-B14F-4D97-AF65-F5344CB8AC3E}">
        <p14:creationId xmlns:p14="http://schemas.microsoft.com/office/powerpoint/2010/main" val="3933560639"/>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sldNum" sz="quarter" idx="10"/>
          </p:nvPr>
        </p:nvSpPr>
        <p:spPr>
          <a:ln/>
        </p:spPr>
        <p:txBody>
          <a:bodyPr/>
          <a:lstStyle>
            <a:lvl1pPr>
              <a:defRPr sz="2000">
                <a:solidFill>
                  <a:schemeClr val="bg1"/>
                </a:solidFill>
              </a:defRPr>
            </a:lvl1pPr>
          </a:lstStyle>
          <a:p>
            <a:pPr>
              <a:defRPr/>
            </a:pPr>
            <a:fld id="{01E80762-88FB-4E73-A194-B7A6A53207B2}" type="slidenum">
              <a:rPr lang="en-US" smtClean="0"/>
              <a:pPr>
                <a:defRPr/>
              </a:pPr>
              <a:t>‹#›</a:t>
            </a:fld>
            <a:endParaRPr lang="en-US" dirty="0"/>
          </a:p>
        </p:txBody>
      </p:sp>
    </p:spTree>
    <p:extLst>
      <p:ext uri="{BB962C8B-B14F-4D97-AF65-F5344CB8AC3E}">
        <p14:creationId xmlns:p14="http://schemas.microsoft.com/office/powerpoint/2010/main" val="2941474784"/>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p:cNvSpPr>
            <a:spLocks noGrp="1" noChangeArrowheads="1"/>
          </p:cNvSpPr>
          <p:nvPr>
            <p:ph type="sldNum" sz="quarter" idx="10"/>
          </p:nvPr>
        </p:nvSpPr>
        <p:spPr>
          <a:ln/>
        </p:spPr>
        <p:txBody>
          <a:bodyPr/>
          <a:lstStyle>
            <a:lvl1pPr>
              <a:defRPr/>
            </a:lvl1pPr>
          </a:lstStyle>
          <a:p>
            <a:pPr>
              <a:defRPr/>
            </a:pPr>
            <a:fld id="{F9A88BC1-7994-4599-80D5-A3B926A9CFA7}" type="slidenum">
              <a:rPr lang="en-US"/>
              <a:pPr>
                <a:defRPr/>
              </a:pPr>
              <a:t>‹#›</a:t>
            </a:fld>
            <a:endParaRPr lang="en-US"/>
          </a:p>
        </p:txBody>
      </p:sp>
    </p:spTree>
    <p:extLst>
      <p:ext uri="{BB962C8B-B14F-4D97-AF65-F5344CB8AC3E}">
        <p14:creationId xmlns:p14="http://schemas.microsoft.com/office/powerpoint/2010/main" val="1924604722"/>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03300" y="1476375"/>
            <a:ext cx="367665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32350" y="1476375"/>
            <a:ext cx="367665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sldNum" sz="quarter" idx="10"/>
          </p:nvPr>
        </p:nvSpPr>
        <p:spPr>
          <a:ln/>
        </p:spPr>
        <p:txBody>
          <a:bodyPr/>
          <a:lstStyle>
            <a:lvl1pPr>
              <a:defRPr/>
            </a:lvl1pPr>
          </a:lstStyle>
          <a:p>
            <a:pPr>
              <a:defRPr/>
            </a:pPr>
            <a:fld id="{DB98359F-DA61-49FC-A78D-BCF39608DA6C}" type="slidenum">
              <a:rPr lang="en-US"/>
              <a:pPr>
                <a:defRPr/>
              </a:pPr>
              <a:t>‹#›</a:t>
            </a:fld>
            <a:endParaRPr lang="en-US"/>
          </a:p>
        </p:txBody>
      </p:sp>
    </p:spTree>
    <p:extLst>
      <p:ext uri="{BB962C8B-B14F-4D97-AF65-F5344CB8AC3E}">
        <p14:creationId xmlns:p14="http://schemas.microsoft.com/office/powerpoint/2010/main" val="3992287472"/>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p:cNvSpPr>
            <a:spLocks noGrp="1" noChangeArrowheads="1"/>
          </p:cNvSpPr>
          <p:nvPr>
            <p:ph type="sldNum" sz="quarter" idx="10"/>
          </p:nvPr>
        </p:nvSpPr>
        <p:spPr>
          <a:ln/>
        </p:spPr>
        <p:txBody>
          <a:bodyPr/>
          <a:lstStyle>
            <a:lvl1pPr>
              <a:defRPr/>
            </a:lvl1pPr>
          </a:lstStyle>
          <a:p>
            <a:pPr>
              <a:defRPr/>
            </a:pPr>
            <a:fld id="{EB96705F-45D7-43D8-BCA4-8A5565B60B7E}" type="slidenum">
              <a:rPr lang="en-US"/>
              <a:pPr>
                <a:defRPr/>
              </a:pPr>
              <a:t>‹#›</a:t>
            </a:fld>
            <a:endParaRPr lang="en-US"/>
          </a:p>
        </p:txBody>
      </p:sp>
    </p:spTree>
    <p:extLst>
      <p:ext uri="{BB962C8B-B14F-4D97-AF65-F5344CB8AC3E}">
        <p14:creationId xmlns:p14="http://schemas.microsoft.com/office/powerpoint/2010/main" val="1973543401"/>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p:cNvSpPr>
            <a:spLocks noGrp="1" noChangeArrowheads="1"/>
          </p:cNvSpPr>
          <p:nvPr>
            <p:ph type="sldNum" sz="quarter" idx="10"/>
          </p:nvPr>
        </p:nvSpPr>
        <p:spPr>
          <a:ln/>
        </p:spPr>
        <p:txBody>
          <a:bodyPr/>
          <a:lstStyle>
            <a:lvl1pPr>
              <a:defRPr/>
            </a:lvl1pPr>
          </a:lstStyle>
          <a:p>
            <a:pPr>
              <a:defRPr/>
            </a:pPr>
            <a:fld id="{2E094245-E2FD-41C9-8373-6C23A3A42ED6}" type="slidenum">
              <a:rPr lang="en-US"/>
              <a:pPr>
                <a:defRPr/>
              </a:pPr>
              <a:t>‹#›</a:t>
            </a:fld>
            <a:endParaRPr lang="en-US"/>
          </a:p>
        </p:txBody>
      </p:sp>
    </p:spTree>
    <p:extLst>
      <p:ext uri="{BB962C8B-B14F-4D97-AF65-F5344CB8AC3E}">
        <p14:creationId xmlns:p14="http://schemas.microsoft.com/office/powerpoint/2010/main" val="980758249"/>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a:ln/>
        </p:spPr>
        <p:txBody>
          <a:bodyPr/>
          <a:lstStyle>
            <a:lvl1pPr>
              <a:defRPr/>
            </a:lvl1pPr>
          </a:lstStyle>
          <a:p>
            <a:pPr>
              <a:defRPr/>
            </a:pPr>
            <a:fld id="{6819AA00-9659-4ACA-AEED-D2DB842D9BB8}" type="slidenum">
              <a:rPr lang="en-US"/>
              <a:pPr>
                <a:defRPr/>
              </a:pPr>
              <a:t>‹#›</a:t>
            </a:fld>
            <a:endParaRPr lang="en-US"/>
          </a:p>
        </p:txBody>
      </p:sp>
    </p:spTree>
    <p:extLst>
      <p:ext uri="{BB962C8B-B14F-4D97-AF65-F5344CB8AC3E}">
        <p14:creationId xmlns:p14="http://schemas.microsoft.com/office/powerpoint/2010/main" val="1646839998"/>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sldNum" sz="quarter" idx="10"/>
          </p:nvPr>
        </p:nvSpPr>
        <p:spPr>
          <a:ln/>
        </p:spPr>
        <p:txBody>
          <a:bodyPr/>
          <a:lstStyle>
            <a:lvl1pPr>
              <a:defRPr/>
            </a:lvl1pPr>
          </a:lstStyle>
          <a:p>
            <a:pPr>
              <a:defRPr/>
            </a:pPr>
            <a:fld id="{17B8428C-01FD-442E-BD0D-CD50B4BF6344}" type="slidenum">
              <a:rPr lang="en-US"/>
              <a:pPr>
                <a:defRPr/>
              </a:pPr>
              <a:t>‹#›</a:t>
            </a:fld>
            <a:endParaRPr lang="en-US"/>
          </a:p>
        </p:txBody>
      </p:sp>
    </p:spTree>
    <p:extLst>
      <p:ext uri="{BB962C8B-B14F-4D97-AF65-F5344CB8AC3E}">
        <p14:creationId xmlns:p14="http://schemas.microsoft.com/office/powerpoint/2010/main" val="2665545317"/>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sldNum" sz="quarter" idx="10"/>
          </p:nvPr>
        </p:nvSpPr>
        <p:spPr>
          <a:ln/>
        </p:spPr>
        <p:txBody>
          <a:bodyPr/>
          <a:lstStyle>
            <a:lvl1pPr>
              <a:defRPr/>
            </a:lvl1pPr>
          </a:lstStyle>
          <a:p>
            <a:pPr>
              <a:defRPr/>
            </a:pPr>
            <a:fld id="{1FB998F8-1789-4C52-B5B5-85AACA23E790}" type="slidenum">
              <a:rPr lang="en-US"/>
              <a:pPr>
                <a:defRPr/>
              </a:pPr>
              <a:t>‹#›</a:t>
            </a:fld>
            <a:endParaRPr lang="en-US"/>
          </a:p>
        </p:txBody>
      </p:sp>
    </p:spTree>
    <p:extLst>
      <p:ext uri="{BB962C8B-B14F-4D97-AF65-F5344CB8AC3E}">
        <p14:creationId xmlns:p14="http://schemas.microsoft.com/office/powerpoint/2010/main" val="3032993311"/>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sldNum" sz="quarter" idx="10"/>
          </p:nvPr>
        </p:nvSpPr>
        <p:spPr>
          <a:ln/>
        </p:spPr>
        <p:txBody>
          <a:bodyPr/>
          <a:lstStyle>
            <a:lvl1pPr>
              <a:defRPr/>
            </a:lvl1pPr>
          </a:lstStyle>
          <a:p>
            <a:pPr>
              <a:defRPr/>
            </a:pPr>
            <a:fld id="{0354FBB9-B76D-4679-B508-59546E3A946C}" type="slidenum">
              <a:rPr lang="en-US"/>
              <a:pPr>
                <a:defRPr/>
              </a:pPr>
              <a:t>‹#›</a:t>
            </a:fld>
            <a:endParaRPr lang="en-US"/>
          </a:p>
        </p:txBody>
      </p:sp>
    </p:spTree>
    <p:extLst>
      <p:ext uri="{BB962C8B-B14F-4D97-AF65-F5344CB8AC3E}">
        <p14:creationId xmlns:p14="http://schemas.microsoft.com/office/powerpoint/2010/main" val="2450086221"/>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7813" y="155575"/>
            <a:ext cx="2147887" cy="5435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80975" y="155575"/>
            <a:ext cx="6294438" cy="5435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sldNum" sz="quarter" idx="10"/>
          </p:nvPr>
        </p:nvSpPr>
        <p:spPr>
          <a:ln/>
        </p:spPr>
        <p:txBody>
          <a:bodyPr/>
          <a:lstStyle>
            <a:lvl1pPr>
              <a:defRPr/>
            </a:lvl1pPr>
          </a:lstStyle>
          <a:p>
            <a:pPr>
              <a:defRPr/>
            </a:pPr>
            <a:fld id="{80456ABC-ABD8-4A91-9624-D6633486762C}" type="slidenum">
              <a:rPr lang="en-US"/>
              <a:pPr>
                <a:defRPr/>
              </a:pPr>
              <a:t>‹#›</a:t>
            </a:fld>
            <a:endParaRPr lang="en-US"/>
          </a:p>
        </p:txBody>
      </p:sp>
    </p:spTree>
    <p:extLst>
      <p:ext uri="{BB962C8B-B14F-4D97-AF65-F5344CB8AC3E}">
        <p14:creationId xmlns:p14="http://schemas.microsoft.com/office/powerpoint/2010/main" val="3563898850"/>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5125"/>
          <p:cNvSpPr>
            <a:spLocks noChangeArrowheads="1"/>
          </p:cNvSpPr>
          <p:nvPr userDrawn="1"/>
        </p:nvSpPr>
        <p:spPr bwMode="invGray">
          <a:xfrm>
            <a:off x="0" y="6426200"/>
            <a:ext cx="9144000" cy="422275"/>
          </a:xfrm>
          <a:prstGeom prst="rect">
            <a:avLst/>
          </a:prstGeom>
          <a:solidFill>
            <a:schemeClr val="accent2"/>
          </a:solidFill>
          <a:ln>
            <a:noFill/>
          </a:ln>
          <a:effectLst/>
          <a:extLs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90000"/>
              </a:lnSpc>
            </a:pPr>
            <a:r>
              <a:rPr lang="en-US" sz="1200"/>
              <a:t>The use, disclosure, reproduction, modification, transfer, or transmittal of this work for any purpose in any form or by any means without the written permission of United Parcel Service of America, Inc. is strictly prohibited. </a:t>
            </a:r>
          </a:p>
        </p:txBody>
      </p:sp>
      <p:sp>
        <p:nvSpPr>
          <p:cNvPr id="6" name="Line 5127"/>
          <p:cNvSpPr>
            <a:spLocks noChangeShapeType="1"/>
          </p:cNvSpPr>
          <p:nvPr/>
        </p:nvSpPr>
        <p:spPr bwMode="invGray">
          <a:xfrm>
            <a:off x="0" y="6410325"/>
            <a:ext cx="9144000" cy="0"/>
          </a:xfrm>
          <a:prstGeom prst="line">
            <a:avLst/>
          </a:prstGeom>
          <a:noFill/>
          <a:ln w="19050">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7" name="Line 5128"/>
          <p:cNvSpPr>
            <a:spLocks noChangeShapeType="1"/>
          </p:cNvSpPr>
          <p:nvPr/>
        </p:nvSpPr>
        <p:spPr bwMode="auto">
          <a:xfrm>
            <a:off x="0" y="6413500"/>
            <a:ext cx="9144000" cy="0"/>
          </a:xfrm>
          <a:prstGeom prst="line">
            <a:avLst/>
          </a:prstGeom>
          <a:noFill/>
          <a:ln w="25400">
            <a:solidFill>
              <a:srgbClr val="FFD12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1202" name="Rectangle 5122"/>
          <p:cNvSpPr>
            <a:spLocks noGrp="1" noChangeArrowheads="1"/>
          </p:cNvSpPr>
          <p:nvPr>
            <p:ph type="ctrTitle"/>
          </p:nvPr>
        </p:nvSpPr>
        <p:spPr>
          <a:xfrm>
            <a:off x="461963" y="1692275"/>
            <a:ext cx="5559425" cy="1116013"/>
          </a:xfrm>
        </p:spPr>
        <p:txBody>
          <a:bodyPr lIns="93858" tIns="46929" rIns="93858" bIns="46929"/>
          <a:lstStyle>
            <a:lvl1pPr>
              <a:defRPr sz="3200"/>
            </a:lvl1pPr>
          </a:lstStyle>
          <a:p>
            <a:pPr lvl="0"/>
            <a:r>
              <a:rPr lang="en-US" noProof="0"/>
              <a:t>Click to edit Master title style</a:t>
            </a:r>
            <a:endParaRPr lang="en-US" noProof="0" dirty="0"/>
          </a:p>
        </p:txBody>
      </p:sp>
      <p:sp>
        <p:nvSpPr>
          <p:cNvPr id="51203" name="Rectangle 5123"/>
          <p:cNvSpPr>
            <a:spLocks noGrp="1" noChangeArrowheads="1"/>
          </p:cNvSpPr>
          <p:nvPr>
            <p:ph type="subTitle" idx="1"/>
          </p:nvPr>
        </p:nvSpPr>
        <p:spPr>
          <a:xfrm>
            <a:off x="461963" y="2770188"/>
            <a:ext cx="2578100" cy="877887"/>
          </a:xfrm>
        </p:spPr>
        <p:txBody>
          <a:bodyPr/>
          <a:lstStyle>
            <a:lvl1pPr>
              <a:defRPr sz="1600"/>
            </a:lvl1pPr>
          </a:lstStyle>
          <a:p>
            <a:pPr lvl="0"/>
            <a:r>
              <a:rPr lang="en-US" noProof="0"/>
              <a:t>Click to edit Master subtitle style</a:t>
            </a:r>
          </a:p>
        </p:txBody>
      </p:sp>
      <p:sp>
        <p:nvSpPr>
          <p:cNvPr id="3" name="Text Placeholder 2"/>
          <p:cNvSpPr>
            <a:spLocks noGrp="1"/>
          </p:cNvSpPr>
          <p:nvPr>
            <p:ph type="body" sz="quarter" idx="10"/>
          </p:nvPr>
        </p:nvSpPr>
        <p:spPr>
          <a:xfrm>
            <a:off x="2161370" y="1056244"/>
            <a:ext cx="4060826" cy="593725"/>
          </a:xfrm>
        </p:spPr>
        <p:txBody>
          <a:bodyPr/>
          <a:lstStyle>
            <a:lvl1pP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70023967"/>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Rectangle 5124"/>
          <p:cNvSpPr>
            <a:spLocks noChangeArrowheads="1"/>
          </p:cNvSpPr>
          <p:nvPr/>
        </p:nvSpPr>
        <p:spPr bwMode="invGray">
          <a:xfrm>
            <a:off x="6035675" y="6410325"/>
            <a:ext cx="3108325" cy="447675"/>
          </a:xfrm>
          <a:prstGeom prst="rect">
            <a:avLst/>
          </a:prstGeom>
          <a:solidFill>
            <a:schemeClr val="accent1"/>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en-US"/>
          </a:p>
        </p:txBody>
      </p:sp>
      <p:sp>
        <p:nvSpPr>
          <p:cNvPr id="1027" name="Rectangle 5125"/>
          <p:cNvSpPr>
            <a:spLocks noChangeArrowheads="1"/>
          </p:cNvSpPr>
          <p:nvPr/>
        </p:nvSpPr>
        <p:spPr bwMode="invGray">
          <a:xfrm>
            <a:off x="0" y="6410325"/>
            <a:ext cx="6032500" cy="447675"/>
          </a:xfrm>
          <a:prstGeom prst="rect">
            <a:avLst/>
          </a:prstGeom>
          <a:solidFill>
            <a:schemeClr val="accent2"/>
          </a:soli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p>
            <a:endParaRPr lang="en-US"/>
          </a:p>
        </p:txBody>
      </p:sp>
      <p:sp>
        <p:nvSpPr>
          <p:cNvPr id="1028" name="Line 5126"/>
          <p:cNvSpPr>
            <a:spLocks noChangeShapeType="1"/>
          </p:cNvSpPr>
          <p:nvPr/>
        </p:nvSpPr>
        <p:spPr bwMode="invGray">
          <a:xfrm flipH="1">
            <a:off x="6035675" y="6410325"/>
            <a:ext cx="0" cy="447675"/>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029" name="Line 5127"/>
          <p:cNvSpPr>
            <a:spLocks noChangeShapeType="1"/>
          </p:cNvSpPr>
          <p:nvPr/>
        </p:nvSpPr>
        <p:spPr bwMode="invGray">
          <a:xfrm>
            <a:off x="0" y="6410325"/>
            <a:ext cx="9144000" cy="0"/>
          </a:xfrm>
          <a:prstGeom prst="line">
            <a:avLst/>
          </a:prstGeom>
          <a:noFill/>
          <a:ln w="19050">
            <a:solidFill>
              <a:srgbClr val="FFFFFF"/>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030" name="Rectangle 6"/>
          <p:cNvSpPr>
            <a:spLocks noGrp="1" noChangeArrowheads="1"/>
          </p:cNvSpPr>
          <p:nvPr>
            <p:ph type="title"/>
          </p:nvPr>
        </p:nvSpPr>
        <p:spPr bwMode="auto">
          <a:xfrm>
            <a:off x="180975" y="155575"/>
            <a:ext cx="85947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31" name="Rectangle 7"/>
          <p:cNvSpPr>
            <a:spLocks noGrp="1" noChangeArrowheads="1"/>
          </p:cNvSpPr>
          <p:nvPr>
            <p:ph type="body" idx="1"/>
          </p:nvPr>
        </p:nvSpPr>
        <p:spPr bwMode="auto">
          <a:xfrm>
            <a:off x="1003300" y="1476375"/>
            <a:ext cx="75057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2" name="Rectangle 8"/>
          <p:cNvSpPr>
            <a:spLocks noGrp="1" noChangeArrowheads="1"/>
          </p:cNvSpPr>
          <p:nvPr>
            <p:ph type="sldNum" sz="quarter" idx="4"/>
          </p:nvPr>
        </p:nvSpPr>
        <p:spPr bwMode="auto">
          <a:xfrm>
            <a:off x="7010400" y="6381750"/>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2400">
                <a:solidFill>
                  <a:schemeClr val="bg1"/>
                </a:solidFill>
              </a:defRPr>
            </a:lvl1pPr>
          </a:lstStyle>
          <a:p>
            <a:pPr>
              <a:defRPr/>
            </a:pPr>
            <a:fld id="{DCF1DFF3-4DD4-43EF-A707-0B79012EBBC6}" type="slidenum">
              <a:rPr lang="en-US" smtClean="0"/>
              <a:pPr>
                <a:defRPr/>
              </a:pPr>
              <a:t>‹#›</a:t>
            </a:fld>
            <a:endParaRPr lang="en-US" dirty="0"/>
          </a:p>
        </p:txBody>
      </p:sp>
      <p:sp>
        <p:nvSpPr>
          <p:cNvPr id="9" name="TextBox 8"/>
          <p:cNvSpPr txBox="1"/>
          <p:nvPr userDrawn="1"/>
        </p:nvSpPr>
        <p:spPr>
          <a:xfrm>
            <a:off x="123413" y="6519847"/>
            <a:ext cx="7021484" cy="200055"/>
          </a:xfrm>
          <a:prstGeom prst="rect">
            <a:avLst/>
          </a:prstGeom>
          <a:noFill/>
        </p:spPr>
        <p:txBody>
          <a:bodyPr wrap="square" rtlCol="0">
            <a:spAutoFit/>
          </a:bodyPr>
          <a:lstStyle/>
          <a:p>
            <a:pPr algn="ctr"/>
            <a:r>
              <a:rPr lang="en-US" sz="350" dirty="0">
                <a:solidFill>
                  <a:srgbClr val="DFDBD7">
                    <a:lumMod val="50000"/>
                  </a:srgbClr>
                </a:solidFill>
              </a:rPr>
              <a:t>Proprietary and Confidential: This presentation may not be used or disclosed to other than employees or customers, unless expressly authorized by UPS.</a:t>
            </a:r>
            <a:br>
              <a:rPr lang="en-US" sz="350" dirty="0">
                <a:solidFill>
                  <a:srgbClr val="DFDBD7">
                    <a:lumMod val="50000"/>
                  </a:srgbClr>
                </a:solidFill>
              </a:rPr>
            </a:br>
            <a:r>
              <a:rPr lang="en-US" sz="350" dirty="0">
                <a:solidFill>
                  <a:srgbClr val="DFDBD7">
                    <a:lumMod val="50000"/>
                  </a:srgbClr>
                </a:solidFill>
              </a:rPr>
              <a:t>© 2019 United Parcel Service of America, Inc. UPS, the UPS </a:t>
            </a:r>
            <a:r>
              <a:rPr lang="en-US" sz="350" dirty="0" err="1">
                <a:solidFill>
                  <a:srgbClr val="DFDBD7">
                    <a:lumMod val="50000"/>
                  </a:srgbClr>
                </a:solidFill>
              </a:rPr>
              <a:t>brandmark</a:t>
            </a:r>
            <a:r>
              <a:rPr lang="en-US" sz="350" dirty="0">
                <a:solidFill>
                  <a:srgbClr val="DFDBD7">
                    <a:lumMod val="50000"/>
                  </a:srgbClr>
                </a:solidFill>
              </a:rPr>
              <a:t>, the color brown and photos are trademarks of United Parcel Service of America, Inc. All rights reserved.</a:t>
            </a: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hf hdr="0" ftr="0" dt="0"/>
  <p:txStyles>
    <p:titleStyle>
      <a:lvl1pPr algn="l" rtl="0" eaLnBrk="1" fontAlgn="base" hangingPunct="1">
        <a:spcBef>
          <a:spcPct val="0"/>
        </a:spcBef>
        <a:spcAft>
          <a:spcPct val="0"/>
        </a:spcAft>
        <a:defRPr sz="2800" b="1">
          <a:solidFill>
            <a:schemeClr val="tx1"/>
          </a:solidFill>
          <a:latin typeface="+mj-lt"/>
          <a:ea typeface="+mj-ea"/>
          <a:cs typeface="+mj-cs"/>
        </a:defRPr>
      </a:lvl1pPr>
      <a:lvl2pPr algn="l" rtl="0" eaLnBrk="1" fontAlgn="base" hangingPunct="1">
        <a:spcBef>
          <a:spcPct val="0"/>
        </a:spcBef>
        <a:spcAft>
          <a:spcPct val="0"/>
        </a:spcAft>
        <a:defRPr sz="2800" b="1">
          <a:solidFill>
            <a:schemeClr val="tx1"/>
          </a:solidFill>
          <a:latin typeface="Calibri" pitchFamily="34" charset="0"/>
        </a:defRPr>
      </a:lvl2pPr>
      <a:lvl3pPr algn="l" rtl="0" eaLnBrk="1" fontAlgn="base" hangingPunct="1">
        <a:spcBef>
          <a:spcPct val="0"/>
        </a:spcBef>
        <a:spcAft>
          <a:spcPct val="0"/>
        </a:spcAft>
        <a:defRPr sz="2800" b="1">
          <a:solidFill>
            <a:schemeClr val="tx1"/>
          </a:solidFill>
          <a:latin typeface="Calibri" pitchFamily="34" charset="0"/>
        </a:defRPr>
      </a:lvl3pPr>
      <a:lvl4pPr algn="l" rtl="0" eaLnBrk="1" fontAlgn="base" hangingPunct="1">
        <a:spcBef>
          <a:spcPct val="0"/>
        </a:spcBef>
        <a:spcAft>
          <a:spcPct val="0"/>
        </a:spcAft>
        <a:defRPr sz="2800" b="1">
          <a:solidFill>
            <a:schemeClr val="tx1"/>
          </a:solidFill>
          <a:latin typeface="Calibri" pitchFamily="34" charset="0"/>
        </a:defRPr>
      </a:lvl4pPr>
      <a:lvl5pPr algn="l" rtl="0" eaLnBrk="1" fontAlgn="base" hangingPunct="1">
        <a:spcBef>
          <a:spcPct val="0"/>
        </a:spcBef>
        <a:spcAft>
          <a:spcPct val="0"/>
        </a:spcAft>
        <a:defRPr sz="2800"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Arial" charset="0"/>
        </a:defRPr>
      </a:lvl6pPr>
      <a:lvl7pPr marL="914400" algn="l" rtl="0" eaLnBrk="1" fontAlgn="base" hangingPunct="1">
        <a:spcBef>
          <a:spcPct val="0"/>
        </a:spcBef>
        <a:spcAft>
          <a:spcPct val="0"/>
        </a:spcAft>
        <a:defRPr sz="2800" b="1">
          <a:solidFill>
            <a:schemeClr val="tx1"/>
          </a:solidFill>
          <a:latin typeface="Arial" charset="0"/>
        </a:defRPr>
      </a:lvl7pPr>
      <a:lvl8pPr marL="1371600" algn="l" rtl="0" eaLnBrk="1" fontAlgn="base" hangingPunct="1">
        <a:spcBef>
          <a:spcPct val="0"/>
        </a:spcBef>
        <a:spcAft>
          <a:spcPct val="0"/>
        </a:spcAft>
        <a:defRPr sz="2800" b="1">
          <a:solidFill>
            <a:schemeClr val="tx1"/>
          </a:solidFill>
          <a:latin typeface="Arial" charset="0"/>
        </a:defRPr>
      </a:lvl8pPr>
      <a:lvl9pPr marL="1828800" algn="l" rtl="0" eaLnBrk="1" fontAlgn="base" hangingPunct="1">
        <a:spcBef>
          <a:spcPct val="0"/>
        </a:spcBef>
        <a:spcAft>
          <a:spcPct val="0"/>
        </a:spcAft>
        <a:defRPr sz="2800" b="1">
          <a:solidFill>
            <a:schemeClr val="tx1"/>
          </a:solidFill>
          <a:latin typeface="Arial" charset="0"/>
        </a:defRPr>
      </a:lvl9pPr>
    </p:titleStyle>
    <p:bodyStyle>
      <a:lvl1pPr marL="342900" indent="-342900" algn="l" rtl="0" eaLnBrk="1" fontAlgn="base" hangingPunct="1">
        <a:spcBef>
          <a:spcPct val="50000"/>
        </a:spcBef>
        <a:spcAft>
          <a:spcPct val="0"/>
        </a:spcAft>
        <a:defRPr sz="2000">
          <a:solidFill>
            <a:schemeClr val="tx1"/>
          </a:solidFill>
          <a:latin typeface="+mn-lt"/>
          <a:ea typeface="+mn-ea"/>
          <a:cs typeface="+mn-cs"/>
        </a:defRPr>
      </a:lvl1pPr>
      <a:lvl2pPr marL="282575" indent="-168275" algn="l" rtl="0" eaLnBrk="1" fontAlgn="base" hangingPunct="1">
        <a:spcBef>
          <a:spcPct val="50000"/>
        </a:spcBef>
        <a:spcAft>
          <a:spcPct val="0"/>
        </a:spcAft>
        <a:buClr>
          <a:schemeClr val="tx1"/>
        </a:buClr>
        <a:buChar char="•"/>
        <a:defRPr sz="2000">
          <a:solidFill>
            <a:schemeClr val="tx1"/>
          </a:solidFill>
          <a:latin typeface="+mn-lt"/>
        </a:defRPr>
      </a:lvl2pPr>
      <a:lvl3pPr marL="625475" indent="-228600" algn="l" rtl="0" eaLnBrk="1" fontAlgn="base" hangingPunct="1">
        <a:spcBef>
          <a:spcPct val="25000"/>
        </a:spcBef>
        <a:spcAft>
          <a:spcPct val="0"/>
        </a:spcAft>
        <a:buClr>
          <a:schemeClr val="tx1"/>
        </a:buClr>
        <a:buChar char="–"/>
        <a:defRPr sz="2000">
          <a:solidFill>
            <a:schemeClr val="tx1"/>
          </a:solidFill>
          <a:latin typeface="+mn-lt"/>
        </a:defRPr>
      </a:lvl3pPr>
      <a:lvl4pPr marL="968375" indent="-228600" algn="l" rtl="0" eaLnBrk="1" fontAlgn="base" hangingPunct="1">
        <a:spcBef>
          <a:spcPct val="25000"/>
        </a:spcBef>
        <a:spcAft>
          <a:spcPct val="0"/>
        </a:spcAft>
        <a:buClr>
          <a:schemeClr val="tx1"/>
        </a:buClr>
        <a:buChar char="–"/>
        <a:defRPr sz="2000">
          <a:solidFill>
            <a:schemeClr val="tx1"/>
          </a:solidFill>
          <a:latin typeface="+mn-lt"/>
        </a:defRPr>
      </a:lvl4pPr>
      <a:lvl5pPr marL="1311275" indent="-228600" algn="l" rtl="0" eaLnBrk="1" fontAlgn="base" hangingPunct="1">
        <a:spcBef>
          <a:spcPct val="25000"/>
        </a:spcBef>
        <a:spcAft>
          <a:spcPct val="0"/>
        </a:spcAft>
        <a:buClr>
          <a:schemeClr val="tx1"/>
        </a:buClr>
        <a:buChar char="–"/>
        <a:defRPr sz="2000">
          <a:solidFill>
            <a:schemeClr val="tx1"/>
          </a:solidFill>
          <a:latin typeface="+mn-lt"/>
        </a:defRPr>
      </a:lvl5pPr>
      <a:lvl6pPr marL="1768475" indent="-228600" algn="l" rtl="0" eaLnBrk="1" fontAlgn="base" hangingPunct="1">
        <a:spcBef>
          <a:spcPct val="25000"/>
        </a:spcBef>
        <a:spcAft>
          <a:spcPct val="0"/>
        </a:spcAft>
        <a:buClr>
          <a:schemeClr val="tx1"/>
        </a:buClr>
        <a:buChar char="–"/>
        <a:defRPr sz="2000">
          <a:solidFill>
            <a:schemeClr val="tx1"/>
          </a:solidFill>
          <a:latin typeface="+mn-lt"/>
        </a:defRPr>
      </a:lvl6pPr>
      <a:lvl7pPr marL="2225675" indent="-228600" algn="l" rtl="0" eaLnBrk="1" fontAlgn="base" hangingPunct="1">
        <a:spcBef>
          <a:spcPct val="25000"/>
        </a:spcBef>
        <a:spcAft>
          <a:spcPct val="0"/>
        </a:spcAft>
        <a:buClr>
          <a:schemeClr val="tx1"/>
        </a:buClr>
        <a:buChar char="–"/>
        <a:defRPr sz="2000">
          <a:solidFill>
            <a:schemeClr val="tx1"/>
          </a:solidFill>
          <a:latin typeface="+mn-lt"/>
        </a:defRPr>
      </a:lvl7pPr>
      <a:lvl8pPr marL="2682875" indent="-228600" algn="l" rtl="0" eaLnBrk="1" fontAlgn="base" hangingPunct="1">
        <a:spcBef>
          <a:spcPct val="25000"/>
        </a:spcBef>
        <a:spcAft>
          <a:spcPct val="0"/>
        </a:spcAft>
        <a:buClr>
          <a:schemeClr val="tx1"/>
        </a:buClr>
        <a:buChar char="–"/>
        <a:defRPr sz="2000">
          <a:solidFill>
            <a:schemeClr val="tx1"/>
          </a:solidFill>
          <a:latin typeface="+mn-lt"/>
        </a:defRPr>
      </a:lvl8pPr>
      <a:lvl9pPr marL="3140075" indent="-228600" algn="l" rtl="0" eaLnBrk="1" fontAlgn="base" hangingPunct="1">
        <a:spcBef>
          <a:spcPct val="25000"/>
        </a:spcBef>
        <a:spcAft>
          <a:spcPct val="0"/>
        </a:spcAft>
        <a:buClr>
          <a:schemeClr val="tx1"/>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biasecurity.bia.inside.ups.co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biasecurity.bia.inside.ups.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iiq.inside.ups.com/iiqcertification/"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biasecurity.bia.inside.ups.co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325438" y="1036638"/>
            <a:ext cx="6684962" cy="601662"/>
          </a:xfrm>
        </p:spPr>
        <p:txBody>
          <a:bodyPr/>
          <a:lstStyle/>
          <a:p>
            <a:r>
              <a:rPr lang="en-US" sz="2800" dirty="0">
                <a:solidFill>
                  <a:schemeClr val="bg1"/>
                </a:solidFill>
              </a:rPr>
              <a:t>How to Request Access</a:t>
            </a:r>
          </a:p>
        </p:txBody>
      </p:sp>
      <p:pic>
        <p:nvPicPr>
          <p:cNvPr id="4100" name="Picture 4" descr="ups_be_road07_20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149600"/>
            <a:ext cx="9144000" cy="207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1" name="Line 5"/>
          <p:cNvSpPr>
            <a:spLocks noChangeShapeType="1"/>
          </p:cNvSpPr>
          <p:nvPr/>
        </p:nvSpPr>
        <p:spPr bwMode="auto">
          <a:xfrm>
            <a:off x="0" y="3148013"/>
            <a:ext cx="91440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4102" name="Line 6"/>
          <p:cNvSpPr>
            <a:spLocks noChangeShapeType="1"/>
          </p:cNvSpPr>
          <p:nvPr/>
        </p:nvSpPr>
        <p:spPr bwMode="auto">
          <a:xfrm>
            <a:off x="0" y="5243513"/>
            <a:ext cx="9144000"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 name="TextBox 2"/>
          <p:cNvSpPr txBox="1"/>
          <p:nvPr/>
        </p:nvSpPr>
        <p:spPr>
          <a:xfrm>
            <a:off x="860358" y="1455708"/>
            <a:ext cx="2634312" cy="400110"/>
          </a:xfrm>
          <a:prstGeom prst="rect">
            <a:avLst/>
          </a:prstGeom>
          <a:noFill/>
        </p:spPr>
        <p:txBody>
          <a:bodyPr wrap="none" rtlCol="0">
            <a:spAutoFit/>
          </a:bodyPr>
          <a:lstStyle/>
          <a:p>
            <a:r>
              <a:rPr lang="en-US" dirty="0">
                <a:solidFill>
                  <a:schemeClr val="bg1"/>
                </a:solidFill>
              </a:rPr>
              <a:t>BIA, Application &amp; IIQ</a:t>
            </a:r>
          </a:p>
        </p:txBody>
      </p:sp>
    </p:spTree>
    <p:extLst>
      <p:ext uri="{BB962C8B-B14F-4D97-AF65-F5344CB8AC3E}">
        <p14:creationId xmlns:p14="http://schemas.microsoft.com/office/powerpoint/2010/main" val="377997712"/>
      </p:ext>
    </p:extLst>
  </p:cSld>
  <p:clrMapOvr>
    <a:masterClrMapping/>
  </p:clrMapOvr>
  <mc:AlternateContent xmlns:mc="http://schemas.openxmlformats.org/markup-compatibility/2006" xmlns:p14="http://schemas.microsoft.com/office/powerpoint/2010/main">
    <mc:Choice Requires="p14">
      <p:transition spd="slow" p14:dur="1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Requesting Access to BIA:</a:t>
            </a:r>
            <a:br>
              <a:rPr lang="en-US" dirty="0"/>
            </a:br>
            <a:r>
              <a:rPr lang="en-US" sz="2000" b="0" dirty="0"/>
              <a:t>Access Requirements</a:t>
            </a:r>
            <a:endParaRPr lang="en-US" b="0" dirty="0"/>
          </a:p>
        </p:txBody>
      </p:sp>
      <p:sp>
        <p:nvSpPr>
          <p:cNvPr id="4" name="Slide Number Placeholder 3"/>
          <p:cNvSpPr>
            <a:spLocks noGrp="1"/>
          </p:cNvSpPr>
          <p:nvPr>
            <p:ph type="sldNum" sz="quarter" idx="10"/>
          </p:nvPr>
        </p:nvSpPr>
        <p:spPr/>
        <p:txBody>
          <a:bodyPr/>
          <a:lstStyle/>
          <a:p>
            <a:pPr>
              <a:defRPr/>
            </a:pPr>
            <a:fld id="{01E80762-88FB-4E73-A194-B7A6A53207B2}" type="slidenum">
              <a:rPr lang="en-US" smtClean="0"/>
              <a:pPr>
                <a:defRPr/>
              </a:pPr>
              <a:t>2</a:t>
            </a:fld>
            <a:endParaRPr lang="en-US" dirty="0"/>
          </a:p>
        </p:txBody>
      </p:sp>
      <p:sp>
        <p:nvSpPr>
          <p:cNvPr id="5" name="Rectangle 3"/>
          <p:cNvSpPr>
            <a:spLocks noGrp="1" noChangeArrowheads="1"/>
          </p:cNvSpPr>
          <p:nvPr>
            <p:ph idx="1"/>
          </p:nvPr>
        </p:nvSpPr>
        <p:spPr>
          <a:xfrm>
            <a:off x="452436" y="1227776"/>
            <a:ext cx="8323263" cy="4513148"/>
          </a:xfrm>
        </p:spPr>
        <p:style>
          <a:lnRef idx="2">
            <a:schemeClr val="accent4">
              <a:shade val="50000"/>
            </a:schemeClr>
          </a:lnRef>
          <a:fillRef idx="1">
            <a:schemeClr val="accent4"/>
          </a:fillRef>
          <a:effectRef idx="0">
            <a:schemeClr val="accent4"/>
          </a:effectRef>
          <a:fontRef idx="minor">
            <a:schemeClr val="lt1"/>
          </a:fontRef>
        </p:style>
        <p:txBody>
          <a:bodyPr/>
          <a:lstStyle/>
          <a:p>
            <a:pPr marL="282575" lvl="2" indent="0">
              <a:buNone/>
              <a:defRPr/>
            </a:pPr>
            <a:r>
              <a:rPr lang="en-US" b="1" dirty="0">
                <a:solidFill>
                  <a:schemeClr val="tx1"/>
                </a:solidFill>
              </a:rPr>
              <a:t>1)</a:t>
            </a:r>
            <a:r>
              <a:rPr lang="en-US" sz="1800" b="1" dirty="0">
                <a:solidFill>
                  <a:schemeClr val="tx1"/>
                </a:solidFill>
              </a:rPr>
              <a:t> BIA ID</a:t>
            </a:r>
          </a:p>
          <a:p>
            <a:pPr lvl="3">
              <a:buFont typeface="Courier New" panose="02070309020205020404" pitchFamily="49" charset="0"/>
              <a:buChar char="o"/>
            </a:pPr>
            <a:r>
              <a:rPr lang="en-US" sz="1800" dirty="0">
                <a:solidFill>
                  <a:schemeClr val="tx1"/>
                </a:solidFill>
              </a:rPr>
              <a:t>Purpose: Provides BIA information about who you are</a:t>
            </a:r>
          </a:p>
          <a:p>
            <a:pPr lvl="3">
              <a:buFont typeface="Courier New" panose="02070309020205020404" pitchFamily="49" charset="0"/>
              <a:buChar char="o"/>
            </a:pPr>
            <a:r>
              <a:rPr lang="en-US" sz="1800" dirty="0">
                <a:solidFill>
                  <a:schemeClr val="tx1"/>
                </a:solidFill>
              </a:rPr>
              <a:t>Approval: There is no approval process.  Once you create your BIA profile, it’s set.</a:t>
            </a:r>
          </a:p>
          <a:p>
            <a:pPr marL="396875" lvl="2" indent="0">
              <a:buNone/>
            </a:pPr>
            <a:endParaRPr lang="en-US" sz="1800" dirty="0">
              <a:solidFill>
                <a:schemeClr val="tx1"/>
              </a:solidFill>
            </a:endParaRPr>
          </a:p>
          <a:p>
            <a:pPr marL="282575" lvl="2" indent="0">
              <a:buNone/>
              <a:defRPr/>
            </a:pPr>
            <a:r>
              <a:rPr lang="en-US" sz="1800" b="1" dirty="0">
                <a:solidFill>
                  <a:schemeClr val="tx1"/>
                </a:solidFill>
              </a:rPr>
              <a:t>2) IIQ access to BIA application</a:t>
            </a:r>
          </a:p>
          <a:p>
            <a:pPr lvl="3">
              <a:buFont typeface="Courier New" panose="02070309020205020404" pitchFamily="49" charset="0"/>
              <a:buChar char="o"/>
            </a:pPr>
            <a:r>
              <a:rPr lang="en-US" sz="1800" dirty="0">
                <a:solidFill>
                  <a:schemeClr val="tx1"/>
                </a:solidFill>
              </a:rPr>
              <a:t>Purpose: Provides you general access to the BIA application</a:t>
            </a:r>
          </a:p>
          <a:p>
            <a:pPr lvl="3">
              <a:buFont typeface="Courier New" panose="02070309020205020404" pitchFamily="49" charset="0"/>
              <a:buChar char="o"/>
            </a:pPr>
            <a:r>
              <a:rPr lang="en-US" sz="1800" dirty="0">
                <a:solidFill>
                  <a:schemeClr val="tx1"/>
                </a:solidFill>
              </a:rPr>
              <a:t>Approval: The business sponsor of this application must approve your access</a:t>
            </a:r>
          </a:p>
          <a:p>
            <a:pPr marL="625475" lvl="3" indent="0">
              <a:buNone/>
              <a:defRPr/>
            </a:pPr>
            <a:endParaRPr lang="en-US" sz="1800" dirty="0">
              <a:solidFill>
                <a:schemeClr val="tx1"/>
              </a:solidFill>
            </a:endParaRPr>
          </a:p>
          <a:p>
            <a:pPr marL="282575" lvl="2" indent="0">
              <a:buNone/>
              <a:defRPr/>
            </a:pPr>
            <a:r>
              <a:rPr lang="en-US" sz="1800" b="1" dirty="0">
                <a:solidFill>
                  <a:schemeClr val="tx1"/>
                </a:solidFill>
              </a:rPr>
              <a:t>3) BIA Security access to BIA application</a:t>
            </a:r>
          </a:p>
          <a:p>
            <a:pPr lvl="3">
              <a:buFont typeface="Courier New" panose="02070309020205020404" pitchFamily="49" charset="0"/>
              <a:buChar char="o"/>
            </a:pPr>
            <a:r>
              <a:rPr lang="en-US" sz="1800" dirty="0">
                <a:solidFill>
                  <a:schemeClr val="tx1"/>
                </a:solidFill>
              </a:rPr>
              <a:t>Purpose: Provides you further and specific access to the BIA application</a:t>
            </a:r>
          </a:p>
          <a:p>
            <a:pPr lvl="3">
              <a:buFont typeface="Courier New" panose="02070309020205020404" pitchFamily="49" charset="0"/>
              <a:buChar char="o"/>
            </a:pPr>
            <a:r>
              <a:rPr lang="en-US" sz="1800" dirty="0">
                <a:solidFill>
                  <a:schemeClr val="tx1"/>
                </a:solidFill>
              </a:rPr>
              <a:t>Approval: People that have administrative rights to the application can approve this request</a:t>
            </a:r>
          </a:p>
          <a:p>
            <a:pPr marL="282575" lvl="2" indent="0">
              <a:buNone/>
              <a:defRPr/>
            </a:pPr>
            <a:endParaRPr lang="en-US" sz="1800" dirty="0">
              <a:solidFill>
                <a:schemeClr val="tx1"/>
              </a:solidFill>
            </a:endParaRPr>
          </a:p>
        </p:txBody>
      </p:sp>
    </p:spTree>
    <p:extLst>
      <p:ext uri="{BB962C8B-B14F-4D97-AF65-F5344CB8AC3E}">
        <p14:creationId xmlns:p14="http://schemas.microsoft.com/office/powerpoint/2010/main" val="2958629336"/>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Grp="1" noChangeArrowheads="1"/>
          </p:cNvSpPr>
          <p:nvPr>
            <p:ph type="sldNum" sz="quarter" idx="10"/>
          </p:nvPr>
        </p:nvSpPr>
        <p:spPr>
          <a:noFill/>
        </p:spPr>
        <p:txBody>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fld id="{CD327F9A-9351-4BFB-A818-5091D31BA4BA}" type="slidenum">
              <a:rPr lang="en-US" smtClean="0">
                <a:solidFill>
                  <a:schemeClr val="bg1"/>
                </a:solidFill>
              </a:rPr>
              <a:pPr/>
              <a:t>3</a:t>
            </a:fld>
            <a:endParaRPr lang="en-US" dirty="0">
              <a:solidFill>
                <a:schemeClr val="bg1"/>
              </a:solidFill>
            </a:endParaRPr>
          </a:p>
        </p:txBody>
      </p:sp>
      <p:sp>
        <p:nvSpPr>
          <p:cNvPr id="3075" name="Rectangle 2"/>
          <p:cNvSpPr>
            <a:spLocks noGrp="1" noChangeArrowheads="1"/>
          </p:cNvSpPr>
          <p:nvPr>
            <p:ph type="title"/>
          </p:nvPr>
        </p:nvSpPr>
        <p:spPr>
          <a:xfrm>
            <a:off x="180975" y="155575"/>
            <a:ext cx="8594725" cy="676275"/>
          </a:xfrm>
        </p:spPr>
        <p:txBody>
          <a:bodyPr/>
          <a:lstStyle/>
          <a:p>
            <a:r>
              <a:rPr lang="en-US" sz="3200" dirty="0"/>
              <a:t>Why All The Changes?</a:t>
            </a:r>
          </a:p>
        </p:txBody>
      </p:sp>
      <p:sp>
        <p:nvSpPr>
          <p:cNvPr id="3076" name="Rectangle 3"/>
          <p:cNvSpPr>
            <a:spLocks noGrp="1" noChangeArrowheads="1"/>
          </p:cNvSpPr>
          <p:nvPr>
            <p:ph idx="1"/>
          </p:nvPr>
        </p:nvSpPr>
        <p:spPr>
          <a:xfrm>
            <a:off x="469900" y="1589332"/>
            <a:ext cx="8051800" cy="1524851"/>
          </a:xfrm>
        </p:spPr>
        <p:txBody>
          <a:bodyPr/>
          <a:lstStyle/>
          <a:p>
            <a:pPr marL="282575" lvl="2" indent="0" algn="ctr">
              <a:buNone/>
              <a:defRPr/>
            </a:pPr>
            <a:r>
              <a:rPr lang="en-US" dirty="0"/>
              <a:t>Security is becoming a more critical issue for all of us, not only at UPS, but everywhere and we must ensure we secure our information as best as we can.  Because of these efforts, BIA has been working with ISNJ teams to ensure the security of our confidential information.</a:t>
            </a:r>
          </a:p>
          <a:p>
            <a:pPr marL="0" lvl="1" indent="0" algn="ctr">
              <a:buNone/>
              <a:defRPr/>
            </a:pPr>
            <a:endParaRPr lang="en-US" sz="1800" b="0" dirty="0">
              <a:solidFill>
                <a:schemeClr val="accent1"/>
              </a:solidFill>
            </a:endParaRPr>
          </a:p>
        </p:txBody>
      </p:sp>
      <p:sp>
        <p:nvSpPr>
          <p:cNvPr id="3077" name="Text Box 4"/>
          <p:cNvSpPr txBox="1">
            <a:spLocks noChangeArrowheads="1"/>
          </p:cNvSpPr>
          <p:nvPr/>
        </p:nvSpPr>
        <p:spPr bwMode="auto">
          <a:xfrm>
            <a:off x="228600" y="6464300"/>
            <a:ext cx="48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pPr eaLnBrk="1" hangingPunct="1"/>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85" y="3786419"/>
            <a:ext cx="3666422" cy="2595332"/>
          </a:xfrm>
          <a:prstGeom prst="rect">
            <a:avLst/>
          </a:prstGeom>
        </p:spPr>
      </p:pic>
    </p:spTree>
    <p:extLst>
      <p:ext uri="{BB962C8B-B14F-4D97-AF65-F5344CB8AC3E}">
        <p14:creationId xmlns:p14="http://schemas.microsoft.com/office/powerpoint/2010/main" val="1902122703"/>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3655" y="1805266"/>
            <a:ext cx="3985673" cy="570288"/>
          </a:xfrm>
        </p:spPr>
        <p:txBody>
          <a:bodyPr/>
          <a:lstStyle/>
          <a:p>
            <a:r>
              <a:rPr lang="en-US" sz="3600" dirty="0"/>
              <a:t>QUICK REFERENCE:</a:t>
            </a:r>
          </a:p>
        </p:txBody>
      </p:sp>
      <p:sp>
        <p:nvSpPr>
          <p:cNvPr id="4" name="Slide Number Placeholder 3"/>
          <p:cNvSpPr>
            <a:spLocks noGrp="1"/>
          </p:cNvSpPr>
          <p:nvPr>
            <p:ph type="sldNum" sz="quarter" idx="10"/>
          </p:nvPr>
        </p:nvSpPr>
        <p:spPr/>
        <p:txBody>
          <a:bodyPr/>
          <a:lstStyle/>
          <a:p>
            <a:pPr>
              <a:defRPr/>
            </a:pPr>
            <a:fld id="{01E80762-88FB-4E73-A194-B7A6A53207B2}" type="slidenum">
              <a:rPr lang="en-US" smtClean="0"/>
              <a:pPr>
                <a:defRPr/>
              </a:pPr>
              <a:t>4</a:t>
            </a:fld>
            <a:endParaRPr lang="en-US" dirty="0"/>
          </a:p>
        </p:txBody>
      </p:sp>
      <p:sp>
        <p:nvSpPr>
          <p:cNvPr id="5" name="Title 1"/>
          <p:cNvSpPr txBox="1">
            <a:spLocks/>
          </p:cNvSpPr>
          <p:nvPr/>
        </p:nvSpPr>
        <p:spPr bwMode="auto">
          <a:xfrm>
            <a:off x="2460690" y="2787225"/>
            <a:ext cx="4967632" cy="57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sz="2800" b="1">
                <a:solidFill>
                  <a:schemeClr val="tx1"/>
                </a:solidFill>
                <a:latin typeface="+mj-lt"/>
                <a:ea typeface="+mj-ea"/>
                <a:cs typeface="+mj-cs"/>
              </a:defRPr>
            </a:lvl1pPr>
            <a:lvl2pPr algn="l" rtl="0" eaLnBrk="1" fontAlgn="base" hangingPunct="1">
              <a:spcBef>
                <a:spcPct val="0"/>
              </a:spcBef>
              <a:spcAft>
                <a:spcPct val="0"/>
              </a:spcAft>
              <a:defRPr sz="2800" b="1">
                <a:solidFill>
                  <a:schemeClr val="tx1"/>
                </a:solidFill>
                <a:latin typeface="Calibri" pitchFamily="34" charset="0"/>
              </a:defRPr>
            </a:lvl2pPr>
            <a:lvl3pPr algn="l" rtl="0" eaLnBrk="1" fontAlgn="base" hangingPunct="1">
              <a:spcBef>
                <a:spcPct val="0"/>
              </a:spcBef>
              <a:spcAft>
                <a:spcPct val="0"/>
              </a:spcAft>
              <a:defRPr sz="2800" b="1">
                <a:solidFill>
                  <a:schemeClr val="tx1"/>
                </a:solidFill>
                <a:latin typeface="Calibri" pitchFamily="34" charset="0"/>
              </a:defRPr>
            </a:lvl3pPr>
            <a:lvl4pPr algn="l" rtl="0" eaLnBrk="1" fontAlgn="base" hangingPunct="1">
              <a:spcBef>
                <a:spcPct val="0"/>
              </a:spcBef>
              <a:spcAft>
                <a:spcPct val="0"/>
              </a:spcAft>
              <a:defRPr sz="2800" b="1">
                <a:solidFill>
                  <a:schemeClr val="tx1"/>
                </a:solidFill>
                <a:latin typeface="Calibri" pitchFamily="34" charset="0"/>
              </a:defRPr>
            </a:lvl4pPr>
            <a:lvl5pPr algn="l" rtl="0" eaLnBrk="1" fontAlgn="base" hangingPunct="1">
              <a:spcBef>
                <a:spcPct val="0"/>
              </a:spcBef>
              <a:spcAft>
                <a:spcPct val="0"/>
              </a:spcAft>
              <a:defRPr sz="2800"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Arial" charset="0"/>
              </a:defRPr>
            </a:lvl6pPr>
            <a:lvl7pPr marL="914400" algn="l" rtl="0" eaLnBrk="1" fontAlgn="base" hangingPunct="1">
              <a:spcBef>
                <a:spcPct val="0"/>
              </a:spcBef>
              <a:spcAft>
                <a:spcPct val="0"/>
              </a:spcAft>
              <a:defRPr sz="2800" b="1">
                <a:solidFill>
                  <a:schemeClr val="tx1"/>
                </a:solidFill>
                <a:latin typeface="Arial" charset="0"/>
              </a:defRPr>
            </a:lvl7pPr>
            <a:lvl8pPr marL="1371600" algn="l" rtl="0" eaLnBrk="1" fontAlgn="base" hangingPunct="1">
              <a:spcBef>
                <a:spcPct val="0"/>
              </a:spcBef>
              <a:spcAft>
                <a:spcPct val="0"/>
              </a:spcAft>
              <a:defRPr sz="2800" b="1">
                <a:solidFill>
                  <a:schemeClr val="tx1"/>
                </a:solidFill>
                <a:latin typeface="Arial" charset="0"/>
              </a:defRPr>
            </a:lvl8pPr>
            <a:lvl9pPr marL="1828800" algn="l" rtl="0" eaLnBrk="1" fontAlgn="base" hangingPunct="1">
              <a:spcBef>
                <a:spcPct val="0"/>
              </a:spcBef>
              <a:spcAft>
                <a:spcPct val="0"/>
              </a:spcAft>
              <a:defRPr sz="2800" b="1">
                <a:solidFill>
                  <a:schemeClr val="tx1"/>
                </a:solidFill>
                <a:latin typeface="Arial" charset="0"/>
              </a:defRPr>
            </a:lvl9pPr>
          </a:lstStyle>
          <a:p>
            <a:r>
              <a:rPr lang="en-US" kern="0" dirty="0"/>
              <a:t>… IF YOU SEE THESE SCREENS …</a:t>
            </a:r>
          </a:p>
        </p:txBody>
      </p:sp>
    </p:spTree>
    <p:extLst>
      <p:ext uri="{BB962C8B-B14F-4D97-AF65-F5344CB8AC3E}">
        <p14:creationId xmlns:p14="http://schemas.microsoft.com/office/powerpoint/2010/main" val="177704062"/>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Grp="1" noChangeArrowheads="1"/>
          </p:cNvSpPr>
          <p:nvPr>
            <p:ph type="sldNum" sz="quarter" idx="10"/>
          </p:nvPr>
        </p:nvSpPr>
        <p:spPr>
          <a:noFill/>
        </p:spPr>
        <p:txBody>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fld id="{CD327F9A-9351-4BFB-A818-5091D31BA4BA}" type="slidenum">
              <a:rPr lang="en-US" smtClean="0">
                <a:solidFill>
                  <a:schemeClr val="bg1"/>
                </a:solidFill>
              </a:rPr>
              <a:pPr/>
              <a:t>5</a:t>
            </a:fld>
            <a:endParaRPr lang="en-US" dirty="0">
              <a:solidFill>
                <a:schemeClr val="bg1"/>
              </a:solidFill>
            </a:endParaRPr>
          </a:p>
        </p:txBody>
      </p:sp>
      <p:sp>
        <p:nvSpPr>
          <p:cNvPr id="3076" name="Rectangle 3"/>
          <p:cNvSpPr>
            <a:spLocks noGrp="1" noChangeArrowheads="1"/>
          </p:cNvSpPr>
          <p:nvPr>
            <p:ph idx="1"/>
          </p:nvPr>
        </p:nvSpPr>
        <p:spPr>
          <a:xfrm>
            <a:off x="791801" y="3866731"/>
            <a:ext cx="8051800" cy="1002627"/>
          </a:xfrm>
        </p:spPr>
        <p:txBody>
          <a:bodyPr/>
          <a:lstStyle/>
          <a:p>
            <a:pPr marL="0" lvl="1" indent="0">
              <a:buNone/>
              <a:defRPr/>
            </a:pPr>
            <a:r>
              <a:rPr lang="en-US" sz="1800" dirty="0"/>
              <a:t>You can also </a:t>
            </a:r>
            <a:r>
              <a:rPr lang="en-US" sz="1800" dirty="0">
                <a:hlinkClick r:id="rId3"/>
              </a:rPr>
              <a:t>Click Here</a:t>
            </a:r>
            <a:r>
              <a:rPr lang="en-US" sz="1800" dirty="0"/>
              <a:t> for a direct link to new user creation page.</a:t>
            </a:r>
          </a:p>
          <a:p>
            <a:pPr marL="282575" lvl="2" indent="0">
              <a:buNone/>
              <a:defRPr/>
            </a:pPr>
            <a:endParaRPr lang="en-US" sz="1800" b="0" dirty="0">
              <a:solidFill>
                <a:schemeClr val="accent1"/>
              </a:solidFill>
            </a:endParaRPr>
          </a:p>
          <a:p>
            <a:pPr marL="0" lvl="1" indent="0">
              <a:buNone/>
              <a:defRPr/>
            </a:pPr>
            <a:r>
              <a:rPr lang="en-US" sz="1800" b="0" dirty="0"/>
              <a:t>See section below, How to Create Your BIA ID, for further details </a:t>
            </a:r>
          </a:p>
        </p:txBody>
      </p:sp>
      <p:sp>
        <p:nvSpPr>
          <p:cNvPr id="3077" name="Text Box 4"/>
          <p:cNvSpPr txBox="1">
            <a:spLocks noChangeArrowheads="1"/>
          </p:cNvSpPr>
          <p:nvPr/>
        </p:nvSpPr>
        <p:spPr bwMode="auto">
          <a:xfrm>
            <a:off x="228600" y="6464300"/>
            <a:ext cx="48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pPr eaLnBrk="1" hangingPunct="1"/>
            <a:endParaRPr lang="en-US"/>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75068" y="1872435"/>
            <a:ext cx="4650923" cy="1401982"/>
          </a:xfrm>
          <a:prstGeom prst="rect">
            <a:avLst/>
          </a:prstGeom>
        </p:spPr>
      </p:pic>
      <p:sp>
        <p:nvSpPr>
          <p:cNvPr id="8" name="Title 1"/>
          <p:cNvSpPr txBox="1">
            <a:spLocks/>
          </p:cNvSpPr>
          <p:nvPr/>
        </p:nvSpPr>
        <p:spPr bwMode="auto">
          <a:xfrm>
            <a:off x="180975" y="155575"/>
            <a:ext cx="8594725" cy="535980"/>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sz="2800" b="1">
                <a:solidFill>
                  <a:schemeClr val="tx1"/>
                </a:solidFill>
                <a:latin typeface="+mj-lt"/>
                <a:ea typeface="+mj-ea"/>
                <a:cs typeface="+mj-cs"/>
              </a:defRPr>
            </a:lvl1pPr>
            <a:lvl2pPr algn="l" rtl="0" eaLnBrk="1" fontAlgn="base" hangingPunct="1">
              <a:spcBef>
                <a:spcPct val="0"/>
              </a:spcBef>
              <a:spcAft>
                <a:spcPct val="0"/>
              </a:spcAft>
              <a:defRPr sz="2800" b="1">
                <a:solidFill>
                  <a:schemeClr val="tx1"/>
                </a:solidFill>
                <a:latin typeface="Calibri" pitchFamily="34" charset="0"/>
              </a:defRPr>
            </a:lvl2pPr>
            <a:lvl3pPr algn="l" rtl="0" eaLnBrk="1" fontAlgn="base" hangingPunct="1">
              <a:spcBef>
                <a:spcPct val="0"/>
              </a:spcBef>
              <a:spcAft>
                <a:spcPct val="0"/>
              </a:spcAft>
              <a:defRPr sz="2800" b="1">
                <a:solidFill>
                  <a:schemeClr val="tx1"/>
                </a:solidFill>
                <a:latin typeface="Calibri" pitchFamily="34" charset="0"/>
              </a:defRPr>
            </a:lvl3pPr>
            <a:lvl4pPr algn="l" rtl="0" eaLnBrk="1" fontAlgn="base" hangingPunct="1">
              <a:spcBef>
                <a:spcPct val="0"/>
              </a:spcBef>
              <a:spcAft>
                <a:spcPct val="0"/>
              </a:spcAft>
              <a:defRPr sz="2800" b="1">
                <a:solidFill>
                  <a:schemeClr val="tx1"/>
                </a:solidFill>
                <a:latin typeface="Calibri" pitchFamily="34" charset="0"/>
              </a:defRPr>
            </a:lvl4pPr>
            <a:lvl5pPr algn="l" rtl="0" eaLnBrk="1" fontAlgn="base" hangingPunct="1">
              <a:spcBef>
                <a:spcPct val="0"/>
              </a:spcBef>
              <a:spcAft>
                <a:spcPct val="0"/>
              </a:spcAft>
              <a:defRPr sz="2800"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Arial" charset="0"/>
              </a:defRPr>
            </a:lvl6pPr>
            <a:lvl7pPr marL="914400" algn="l" rtl="0" eaLnBrk="1" fontAlgn="base" hangingPunct="1">
              <a:spcBef>
                <a:spcPct val="0"/>
              </a:spcBef>
              <a:spcAft>
                <a:spcPct val="0"/>
              </a:spcAft>
              <a:defRPr sz="2800" b="1">
                <a:solidFill>
                  <a:schemeClr val="tx1"/>
                </a:solidFill>
                <a:latin typeface="Arial" charset="0"/>
              </a:defRPr>
            </a:lvl7pPr>
            <a:lvl8pPr marL="1371600" algn="l" rtl="0" eaLnBrk="1" fontAlgn="base" hangingPunct="1">
              <a:spcBef>
                <a:spcPct val="0"/>
              </a:spcBef>
              <a:spcAft>
                <a:spcPct val="0"/>
              </a:spcAft>
              <a:defRPr sz="2800" b="1">
                <a:solidFill>
                  <a:schemeClr val="tx1"/>
                </a:solidFill>
                <a:latin typeface="Arial" charset="0"/>
              </a:defRPr>
            </a:lvl8pPr>
            <a:lvl9pPr marL="1828800" algn="l" rtl="0" eaLnBrk="1" fontAlgn="base" hangingPunct="1">
              <a:spcBef>
                <a:spcPct val="0"/>
              </a:spcBef>
              <a:spcAft>
                <a:spcPct val="0"/>
              </a:spcAft>
              <a:defRPr sz="2800" b="1">
                <a:solidFill>
                  <a:schemeClr val="tx1"/>
                </a:solidFill>
                <a:latin typeface="Arial" charset="0"/>
              </a:defRPr>
            </a:lvl9pPr>
          </a:lstStyle>
          <a:p>
            <a:r>
              <a:rPr lang="en-US" kern="0" dirty="0"/>
              <a:t>IF You Do Not Have a BIA ID:</a:t>
            </a:r>
          </a:p>
        </p:txBody>
      </p:sp>
      <p:sp>
        <p:nvSpPr>
          <p:cNvPr id="10" name="Title 1"/>
          <p:cNvSpPr txBox="1">
            <a:spLocks/>
          </p:cNvSpPr>
          <p:nvPr/>
        </p:nvSpPr>
        <p:spPr bwMode="auto">
          <a:xfrm>
            <a:off x="322376" y="917440"/>
            <a:ext cx="5088609" cy="381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sz="2800" b="1">
                <a:solidFill>
                  <a:schemeClr val="tx1"/>
                </a:solidFill>
                <a:latin typeface="+mj-lt"/>
                <a:ea typeface="+mj-ea"/>
                <a:cs typeface="+mj-cs"/>
              </a:defRPr>
            </a:lvl1pPr>
            <a:lvl2pPr algn="l" rtl="0" eaLnBrk="1" fontAlgn="base" hangingPunct="1">
              <a:spcBef>
                <a:spcPct val="0"/>
              </a:spcBef>
              <a:spcAft>
                <a:spcPct val="0"/>
              </a:spcAft>
              <a:defRPr sz="2800" b="1">
                <a:solidFill>
                  <a:schemeClr val="tx1"/>
                </a:solidFill>
                <a:latin typeface="Calibri" pitchFamily="34" charset="0"/>
              </a:defRPr>
            </a:lvl2pPr>
            <a:lvl3pPr algn="l" rtl="0" eaLnBrk="1" fontAlgn="base" hangingPunct="1">
              <a:spcBef>
                <a:spcPct val="0"/>
              </a:spcBef>
              <a:spcAft>
                <a:spcPct val="0"/>
              </a:spcAft>
              <a:defRPr sz="2800" b="1">
                <a:solidFill>
                  <a:schemeClr val="tx1"/>
                </a:solidFill>
                <a:latin typeface="Calibri" pitchFamily="34" charset="0"/>
              </a:defRPr>
            </a:lvl3pPr>
            <a:lvl4pPr algn="l" rtl="0" eaLnBrk="1" fontAlgn="base" hangingPunct="1">
              <a:spcBef>
                <a:spcPct val="0"/>
              </a:spcBef>
              <a:spcAft>
                <a:spcPct val="0"/>
              </a:spcAft>
              <a:defRPr sz="2800" b="1">
                <a:solidFill>
                  <a:schemeClr val="tx1"/>
                </a:solidFill>
                <a:latin typeface="Calibri" pitchFamily="34" charset="0"/>
              </a:defRPr>
            </a:lvl4pPr>
            <a:lvl5pPr algn="l" rtl="0" eaLnBrk="1" fontAlgn="base" hangingPunct="1">
              <a:spcBef>
                <a:spcPct val="0"/>
              </a:spcBef>
              <a:spcAft>
                <a:spcPct val="0"/>
              </a:spcAft>
              <a:defRPr sz="2800"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Arial" charset="0"/>
              </a:defRPr>
            </a:lvl6pPr>
            <a:lvl7pPr marL="914400" algn="l" rtl="0" eaLnBrk="1" fontAlgn="base" hangingPunct="1">
              <a:spcBef>
                <a:spcPct val="0"/>
              </a:spcBef>
              <a:spcAft>
                <a:spcPct val="0"/>
              </a:spcAft>
              <a:defRPr sz="2800" b="1">
                <a:solidFill>
                  <a:schemeClr val="tx1"/>
                </a:solidFill>
                <a:latin typeface="Arial" charset="0"/>
              </a:defRPr>
            </a:lvl7pPr>
            <a:lvl8pPr marL="1371600" algn="l" rtl="0" eaLnBrk="1" fontAlgn="base" hangingPunct="1">
              <a:spcBef>
                <a:spcPct val="0"/>
              </a:spcBef>
              <a:spcAft>
                <a:spcPct val="0"/>
              </a:spcAft>
              <a:defRPr sz="2800" b="1">
                <a:solidFill>
                  <a:schemeClr val="tx1"/>
                </a:solidFill>
                <a:latin typeface="Arial" charset="0"/>
              </a:defRPr>
            </a:lvl8pPr>
            <a:lvl9pPr marL="1828800" algn="l" rtl="0" eaLnBrk="1" fontAlgn="base" hangingPunct="1">
              <a:spcBef>
                <a:spcPct val="0"/>
              </a:spcBef>
              <a:spcAft>
                <a:spcPct val="0"/>
              </a:spcAft>
              <a:defRPr sz="2800" b="1">
                <a:solidFill>
                  <a:schemeClr val="tx1"/>
                </a:solidFill>
                <a:latin typeface="Arial" charset="0"/>
              </a:defRPr>
            </a:lvl9pPr>
          </a:lstStyle>
          <a:p>
            <a:r>
              <a:rPr lang="en-US" kern="0" dirty="0"/>
              <a:t>THEN</a:t>
            </a:r>
            <a:r>
              <a:rPr lang="en-US" sz="2000" b="0" kern="0" dirty="0"/>
              <a:t> you will see a screen like this:</a:t>
            </a:r>
          </a:p>
        </p:txBody>
      </p:sp>
      <p:sp>
        <p:nvSpPr>
          <p:cNvPr id="11" name="TextBox 10"/>
          <p:cNvSpPr txBox="1"/>
          <p:nvPr/>
        </p:nvSpPr>
        <p:spPr>
          <a:xfrm>
            <a:off x="322376" y="2197199"/>
            <a:ext cx="2564090" cy="1077218"/>
          </a:xfrm>
          <a:prstGeom prst="rect">
            <a:avLst/>
          </a:prstGeom>
          <a:solidFill>
            <a:schemeClr val="bg2">
              <a:lumMod val="10000"/>
              <a:lumOff val="90000"/>
            </a:schemeClr>
          </a:solidFill>
          <a:ln>
            <a:solidFill>
              <a:schemeClr val="tx1"/>
            </a:solidFill>
          </a:ln>
        </p:spPr>
        <p:txBody>
          <a:bodyPr wrap="square" rtlCol="0">
            <a:spAutoFit/>
          </a:bodyPr>
          <a:lstStyle/>
          <a:p>
            <a:pPr algn="l"/>
            <a:r>
              <a:rPr lang="en-US" sz="2800" b="1" dirty="0"/>
              <a:t>NEXT:</a:t>
            </a:r>
            <a:r>
              <a:rPr lang="en-US" sz="2800" dirty="0"/>
              <a:t>  </a:t>
            </a:r>
            <a:r>
              <a:rPr lang="en-US" sz="1800" dirty="0"/>
              <a:t>Click on the OK to create your BIA ID</a:t>
            </a:r>
          </a:p>
        </p:txBody>
      </p:sp>
      <p:cxnSp>
        <p:nvCxnSpPr>
          <p:cNvPr id="14" name="Straight Arrow Connector 13"/>
          <p:cNvCxnSpPr/>
          <p:nvPr/>
        </p:nvCxnSpPr>
        <p:spPr bwMode="auto">
          <a:xfrm>
            <a:off x="2982121" y="2997724"/>
            <a:ext cx="4032808" cy="0"/>
          </a:xfrm>
          <a:prstGeom prst="straightConnector1">
            <a:avLst/>
          </a:prstGeom>
          <a:solidFill>
            <a:schemeClr val="accent1"/>
          </a:solidFill>
          <a:ln w="38100" cap="flat" cmpd="sng" algn="ctr">
            <a:solidFill>
              <a:schemeClr val="tx1">
                <a:lumMod val="50000"/>
                <a:lumOff val="50000"/>
              </a:schemeClr>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719595704"/>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975" y="155575"/>
            <a:ext cx="8594725" cy="535980"/>
          </a:xfrm>
        </p:spPr>
        <p:style>
          <a:lnRef idx="2">
            <a:schemeClr val="accent1"/>
          </a:lnRef>
          <a:fillRef idx="1">
            <a:schemeClr val="lt1"/>
          </a:fillRef>
          <a:effectRef idx="0">
            <a:schemeClr val="accent1"/>
          </a:effectRef>
          <a:fontRef idx="minor">
            <a:schemeClr val="dk1"/>
          </a:fontRef>
        </p:style>
        <p:txBody>
          <a:bodyPr/>
          <a:lstStyle/>
          <a:p>
            <a:r>
              <a:rPr lang="en-US" dirty="0"/>
              <a:t>IF You Have No IIQ Access:</a:t>
            </a:r>
          </a:p>
        </p:txBody>
      </p:sp>
      <p:sp>
        <p:nvSpPr>
          <p:cNvPr id="4" name="Slide Number Placeholder 3"/>
          <p:cNvSpPr>
            <a:spLocks noGrp="1"/>
          </p:cNvSpPr>
          <p:nvPr>
            <p:ph type="sldNum" sz="quarter" idx="10"/>
          </p:nvPr>
        </p:nvSpPr>
        <p:spPr/>
        <p:txBody>
          <a:bodyPr/>
          <a:lstStyle/>
          <a:p>
            <a:pPr>
              <a:defRPr/>
            </a:pPr>
            <a:fld id="{01E80762-88FB-4E73-A194-B7A6A53207B2}" type="slidenum">
              <a:rPr lang="en-US" smtClean="0"/>
              <a:pPr>
                <a:defRPr/>
              </a:pPr>
              <a:t>6</a:t>
            </a:fld>
            <a:endParaRPr lang="en-US" dirty="0"/>
          </a:p>
        </p:txBody>
      </p:sp>
      <p:sp>
        <p:nvSpPr>
          <p:cNvPr id="7" name="Title 1"/>
          <p:cNvSpPr txBox="1">
            <a:spLocks/>
          </p:cNvSpPr>
          <p:nvPr/>
        </p:nvSpPr>
        <p:spPr bwMode="auto">
          <a:xfrm>
            <a:off x="322376" y="917440"/>
            <a:ext cx="5088609" cy="381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sz="2800" b="1">
                <a:solidFill>
                  <a:schemeClr val="tx1"/>
                </a:solidFill>
                <a:latin typeface="+mj-lt"/>
                <a:ea typeface="+mj-ea"/>
                <a:cs typeface="+mj-cs"/>
              </a:defRPr>
            </a:lvl1pPr>
            <a:lvl2pPr algn="l" rtl="0" eaLnBrk="1" fontAlgn="base" hangingPunct="1">
              <a:spcBef>
                <a:spcPct val="0"/>
              </a:spcBef>
              <a:spcAft>
                <a:spcPct val="0"/>
              </a:spcAft>
              <a:defRPr sz="2800" b="1">
                <a:solidFill>
                  <a:schemeClr val="tx1"/>
                </a:solidFill>
                <a:latin typeface="Calibri" pitchFamily="34" charset="0"/>
              </a:defRPr>
            </a:lvl2pPr>
            <a:lvl3pPr algn="l" rtl="0" eaLnBrk="1" fontAlgn="base" hangingPunct="1">
              <a:spcBef>
                <a:spcPct val="0"/>
              </a:spcBef>
              <a:spcAft>
                <a:spcPct val="0"/>
              </a:spcAft>
              <a:defRPr sz="2800" b="1">
                <a:solidFill>
                  <a:schemeClr val="tx1"/>
                </a:solidFill>
                <a:latin typeface="Calibri" pitchFamily="34" charset="0"/>
              </a:defRPr>
            </a:lvl3pPr>
            <a:lvl4pPr algn="l" rtl="0" eaLnBrk="1" fontAlgn="base" hangingPunct="1">
              <a:spcBef>
                <a:spcPct val="0"/>
              </a:spcBef>
              <a:spcAft>
                <a:spcPct val="0"/>
              </a:spcAft>
              <a:defRPr sz="2800" b="1">
                <a:solidFill>
                  <a:schemeClr val="tx1"/>
                </a:solidFill>
                <a:latin typeface="Calibri" pitchFamily="34" charset="0"/>
              </a:defRPr>
            </a:lvl4pPr>
            <a:lvl5pPr algn="l" rtl="0" eaLnBrk="1" fontAlgn="base" hangingPunct="1">
              <a:spcBef>
                <a:spcPct val="0"/>
              </a:spcBef>
              <a:spcAft>
                <a:spcPct val="0"/>
              </a:spcAft>
              <a:defRPr sz="2800"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Arial" charset="0"/>
              </a:defRPr>
            </a:lvl6pPr>
            <a:lvl7pPr marL="914400" algn="l" rtl="0" eaLnBrk="1" fontAlgn="base" hangingPunct="1">
              <a:spcBef>
                <a:spcPct val="0"/>
              </a:spcBef>
              <a:spcAft>
                <a:spcPct val="0"/>
              </a:spcAft>
              <a:defRPr sz="2800" b="1">
                <a:solidFill>
                  <a:schemeClr val="tx1"/>
                </a:solidFill>
                <a:latin typeface="Arial" charset="0"/>
              </a:defRPr>
            </a:lvl7pPr>
            <a:lvl8pPr marL="1371600" algn="l" rtl="0" eaLnBrk="1" fontAlgn="base" hangingPunct="1">
              <a:spcBef>
                <a:spcPct val="0"/>
              </a:spcBef>
              <a:spcAft>
                <a:spcPct val="0"/>
              </a:spcAft>
              <a:defRPr sz="2800" b="1">
                <a:solidFill>
                  <a:schemeClr val="tx1"/>
                </a:solidFill>
                <a:latin typeface="Arial" charset="0"/>
              </a:defRPr>
            </a:lvl8pPr>
            <a:lvl9pPr marL="1828800" algn="l" rtl="0" eaLnBrk="1" fontAlgn="base" hangingPunct="1">
              <a:spcBef>
                <a:spcPct val="0"/>
              </a:spcBef>
              <a:spcAft>
                <a:spcPct val="0"/>
              </a:spcAft>
              <a:defRPr sz="2800" b="1">
                <a:solidFill>
                  <a:schemeClr val="tx1"/>
                </a:solidFill>
                <a:latin typeface="Arial" charset="0"/>
              </a:defRPr>
            </a:lvl9pPr>
          </a:lstStyle>
          <a:p>
            <a:r>
              <a:rPr lang="en-US" kern="0" dirty="0"/>
              <a:t>THEN</a:t>
            </a:r>
            <a:r>
              <a:rPr lang="en-US" sz="2000" b="0" kern="0" dirty="0"/>
              <a:t> you will see a screen like this:</a:t>
            </a:r>
          </a:p>
        </p:txBody>
      </p:sp>
      <p:sp>
        <p:nvSpPr>
          <p:cNvPr id="9" name="TextBox 8"/>
          <p:cNvSpPr txBox="1"/>
          <p:nvPr/>
        </p:nvSpPr>
        <p:spPr>
          <a:xfrm>
            <a:off x="180975" y="2611285"/>
            <a:ext cx="2564090" cy="1077218"/>
          </a:xfrm>
          <a:prstGeom prst="rect">
            <a:avLst/>
          </a:prstGeom>
          <a:solidFill>
            <a:schemeClr val="bg2">
              <a:lumMod val="10000"/>
              <a:lumOff val="90000"/>
            </a:schemeClr>
          </a:solidFill>
          <a:ln>
            <a:solidFill>
              <a:schemeClr val="tx1"/>
            </a:solidFill>
          </a:ln>
        </p:spPr>
        <p:txBody>
          <a:bodyPr wrap="square" rtlCol="0">
            <a:spAutoFit/>
          </a:bodyPr>
          <a:lstStyle/>
          <a:p>
            <a:pPr algn="l"/>
            <a:r>
              <a:rPr lang="en-US" sz="2800" b="1" dirty="0"/>
              <a:t>NEXT:</a:t>
            </a:r>
            <a:r>
              <a:rPr lang="en-US" sz="2800" dirty="0"/>
              <a:t>  </a:t>
            </a:r>
            <a:r>
              <a:rPr lang="en-US" sz="1800" dirty="0"/>
              <a:t>Click on link to request access via IIQ</a:t>
            </a:r>
          </a:p>
        </p:txBody>
      </p:sp>
      <p:cxnSp>
        <p:nvCxnSpPr>
          <p:cNvPr id="14" name="Straight Arrow Connector 13"/>
          <p:cNvCxnSpPr/>
          <p:nvPr/>
        </p:nvCxnSpPr>
        <p:spPr bwMode="auto">
          <a:xfrm>
            <a:off x="2590761" y="3228202"/>
            <a:ext cx="862150" cy="0"/>
          </a:xfrm>
          <a:prstGeom prst="straightConnector1">
            <a:avLst/>
          </a:prstGeom>
          <a:solidFill>
            <a:schemeClr val="accent1"/>
          </a:solidFill>
          <a:ln w="38100" cap="flat" cmpd="sng" algn="ctr">
            <a:solidFill>
              <a:schemeClr val="tx1">
                <a:lumMod val="50000"/>
                <a:lumOff val="50000"/>
              </a:schemeClr>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Rectangle 16"/>
          <p:cNvSpPr/>
          <p:nvPr/>
        </p:nvSpPr>
        <p:spPr>
          <a:xfrm>
            <a:off x="843697" y="4870424"/>
            <a:ext cx="7546159" cy="369332"/>
          </a:xfrm>
          <a:prstGeom prst="rect">
            <a:avLst/>
          </a:prstGeom>
        </p:spPr>
        <p:txBody>
          <a:bodyPr wrap="square">
            <a:spAutoFit/>
          </a:bodyPr>
          <a:lstStyle/>
          <a:p>
            <a:pPr marL="0" lvl="1" indent="0">
              <a:buNone/>
              <a:defRPr/>
            </a:pPr>
            <a:r>
              <a:rPr lang="en-US" sz="1800" dirty="0"/>
              <a:t>See section below, How to Request Access in IIQ, for further details </a:t>
            </a:r>
          </a:p>
        </p:txBody>
      </p:sp>
      <p:pic>
        <p:nvPicPr>
          <p:cNvPr id="5" name="Picture 4">
            <a:extLst>
              <a:ext uri="{FF2B5EF4-FFF2-40B4-BE49-F238E27FC236}">
                <a16:creationId xmlns:a16="http://schemas.microsoft.com/office/drawing/2014/main" id="{388C25C0-8DD9-40A4-9C27-7D930F4299F7}"/>
              </a:ext>
            </a:extLst>
          </p:cNvPr>
          <p:cNvPicPr>
            <a:picLocks noChangeAspect="1"/>
          </p:cNvPicPr>
          <p:nvPr/>
        </p:nvPicPr>
        <p:blipFill>
          <a:blip r:embed="rId2"/>
          <a:stretch>
            <a:fillRect/>
          </a:stretch>
        </p:blipFill>
        <p:spPr>
          <a:xfrm>
            <a:off x="3452911" y="1873476"/>
            <a:ext cx="5322789" cy="1986981"/>
          </a:xfrm>
          <a:prstGeom prst="rect">
            <a:avLst/>
          </a:prstGeom>
        </p:spPr>
      </p:pic>
    </p:spTree>
    <p:extLst>
      <p:ext uri="{BB962C8B-B14F-4D97-AF65-F5344CB8AC3E}">
        <p14:creationId xmlns:p14="http://schemas.microsoft.com/office/powerpoint/2010/main" val="2191778744"/>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8197" y="2057126"/>
            <a:ext cx="4862979" cy="1572193"/>
          </a:xfrm>
          <a:prstGeom prst="rect">
            <a:avLst/>
          </a:prstGeom>
          <a:ln>
            <a:solidFill>
              <a:schemeClr val="tx1"/>
            </a:solidFill>
          </a:ln>
        </p:spPr>
      </p:pic>
      <p:sp>
        <p:nvSpPr>
          <p:cNvPr id="4" name="Slide Number Placeholder 3"/>
          <p:cNvSpPr>
            <a:spLocks noGrp="1"/>
          </p:cNvSpPr>
          <p:nvPr>
            <p:ph type="sldNum" sz="quarter" idx="10"/>
          </p:nvPr>
        </p:nvSpPr>
        <p:spPr/>
        <p:txBody>
          <a:bodyPr/>
          <a:lstStyle/>
          <a:p>
            <a:pPr>
              <a:defRPr/>
            </a:pPr>
            <a:fld id="{01E80762-88FB-4E73-A194-B7A6A53207B2}" type="slidenum">
              <a:rPr lang="en-US" smtClean="0"/>
              <a:pPr>
                <a:defRPr/>
              </a:pPr>
              <a:t>7</a:t>
            </a:fld>
            <a:endParaRPr lang="en-US" dirty="0"/>
          </a:p>
        </p:txBody>
      </p:sp>
      <p:sp>
        <p:nvSpPr>
          <p:cNvPr id="5" name="Title 1"/>
          <p:cNvSpPr>
            <a:spLocks noGrp="1"/>
          </p:cNvSpPr>
          <p:nvPr>
            <p:ph type="title"/>
          </p:nvPr>
        </p:nvSpPr>
        <p:spPr>
          <a:xfrm>
            <a:off x="180975" y="155575"/>
            <a:ext cx="8594725" cy="530225"/>
          </a:xfrm>
        </p:spPr>
        <p:style>
          <a:lnRef idx="2">
            <a:schemeClr val="accent1"/>
          </a:lnRef>
          <a:fillRef idx="1">
            <a:schemeClr val="lt1"/>
          </a:fillRef>
          <a:effectRef idx="0">
            <a:schemeClr val="accent1"/>
          </a:effectRef>
          <a:fontRef idx="minor">
            <a:schemeClr val="dk1"/>
          </a:fontRef>
        </p:style>
        <p:txBody>
          <a:bodyPr/>
          <a:lstStyle/>
          <a:p>
            <a:r>
              <a:rPr lang="en-US" dirty="0"/>
              <a:t>IF You Have IIQ Access But Not BIA Security Access:</a:t>
            </a:r>
          </a:p>
        </p:txBody>
      </p:sp>
      <p:sp>
        <p:nvSpPr>
          <p:cNvPr id="6" name="Title 1"/>
          <p:cNvSpPr txBox="1">
            <a:spLocks/>
          </p:cNvSpPr>
          <p:nvPr/>
        </p:nvSpPr>
        <p:spPr bwMode="auto">
          <a:xfrm>
            <a:off x="322376" y="917440"/>
            <a:ext cx="5088609" cy="381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1" fontAlgn="base" hangingPunct="1">
              <a:spcBef>
                <a:spcPct val="0"/>
              </a:spcBef>
              <a:spcAft>
                <a:spcPct val="0"/>
              </a:spcAft>
              <a:defRPr sz="2800" b="1">
                <a:solidFill>
                  <a:schemeClr val="tx1"/>
                </a:solidFill>
                <a:latin typeface="+mj-lt"/>
                <a:ea typeface="+mj-ea"/>
                <a:cs typeface="+mj-cs"/>
              </a:defRPr>
            </a:lvl1pPr>
            <a:lvl2pPr algn="l" rtl="0" eaLnBrk="1" fontAlgn="base" hangingPunct="1">
              <a:spcBef>
                <a:spcPct val="0"/>
              </a:spcBef>
              <a:spcAft>
                <a:spcPct val="0"/>
              </a:spcAft>
              <a:defRPr sz="2800" b="1">
                <a:solidFill>
                  <a:schemeClr val="tx1"/>
                </a:solidFill>
                <a:latin typeface="Calibri" pitchFamily="34" charset="0"/>
              </a:defRPr>
            </a:lvl2pPr>
            <a:lvl3pPr algn="l" rtl="0" eaLnBrk="1" fontAlgn="base" hangingPunct="1">
              <a:spcBef>
                <a:spcPct val="0"/>
              </a:spcBef>
              <a:spcAft>
                <a:spcPct val="0"/>
              </a:spcAft>
              <a:defRPr sz="2800" b="1">
                <a:solidFill>
                  <a:schemeClr val="tx1"/>
                </a:solidFill>
                <a:latin typeface="Calibri" pitchFamily="34" charset="0"/>
              </a:defRPr>
            </a:lvl3pPr>
            <a:lvl4pPr algn="l" rtl="0" eaLnBrk="1" fontAlgn="base" hangingPunct="1">
              <a:spcBef>
                <a:spcPct val="0"/>
              </a:spcBef>
              <a:spcAft>
                <a:spcPct val="0"/>
              </a:spcAft>
              <a:defRPr sz="2800" b="1">
                <a:solidFill>
                  <a:schemeClr val="tx1"/>
                </a:solidFill>
                <a:latin typeface="Calibri" pitchFamily="34" charset="0"/>
              </a:defRPr>
            </a:lvl4pPr>
            <a:lvl5pPr algn="l" rtl="0" eaLnBrk="1" fontAlgn="base" hangingPunct="1">
              <a:spcBef>
                <a:spcPct val="0"/>
              </a:spcBef>
              <a:spcAft>
                <a:spcPct val="0"/>
              </a:spcAft>
              <a:defRPr sz="2800" b="1">
                <a:solidFill>
                  <a:schemeClr val="tx1"/>
                </a:solidFill>
                <a:latin typeface="Calibri" pitchFamily="34" charset="0"/>
              </a:defRPr>
            </a:lvl5pPr>
            <a:lvl6pPr marL="457200" algn="l" rtl="0" eaLnBrk="1" fontAlgn="base" hangingPunct="1">
              <a:spcBef>
                <a:spcPct val="0"/>
              </a:spcBef>
              <a:spcAft>
                <a:spcPct val="0"/>
              </a:spcAft>
              <a:defRPr sz="2800" b="1">
                <a:solidFill>
                  <a:schemeClr val="tx1"/>
                </a:solidFill>
                <a:latin typeface="Arial" charset="0"/>
              </a:defRPr>
            </a:lvl6pPr>
            <a:lvl7pPr marL="914400" algn="l" rtl="0" eaLnBrk="1" fontAlgn="base" hangingPunct="1">
              <a:spcBef>
                <a:spcPct val="0"/>
              </a:spcBef>
              <a:spcAft>
                <a:spcPct val="0"/>
              </a:spcAft>
              <a:defRPr sz="2800" b="1">
                <a:solidFill>
                  <a:schemeClr val="tx1"/>
                </a:solidFill>
                <a:latin typeface="Arial" charset="0"/>
              </a:defRPr>
            </a:lvl7pPr>
            <a:lvl8pPr marL="1371600" algn="l" rtl="0" eaLnBrk="1" fontAlgn="base" hangingPunct="1">
              <a:spcBef>
                <a:spcPct val="0"/>
              </a:spcBef>
              <a:spcAft>
                <a:spcPct val="0"/>
              </a:spcAft>
              <a:defRPr sz="2800" b="1">
                <a:solidFill>
                  <a:schemeClr val="tx1"/>
                </a:solidFill>
                <a:latin typeface="Arial" charset="0"/>
              </a:defRPr>
            </a:lvl8pPr>
            <a:lvl9pPr marL="1828800" algn="l" rtl="0" eaLnBrk="1" fontAlgn="base" hangingPunct="1">
              <a:spcBef>
                <a:spcPct val="0"/>
              </a:spcBef>
              <a:spcAft>
                <a:spcPct val="0"/>
              </a:spcAft>
              <a:defRPr sz="2800" b="1">
                <a:solidFill>
                  <a:schemeClr val="tx1"/>
                </a:solidFill>
                <a:latin typeface="Arial" charset="0"/>
              </a:defRPr>
            </a:lvl9pPr>
          </a:lstStyle>
          <a:p>
            <a:r>
              <a:rPr lang="en-US" kern="0" dirty="0"/>
              <a:t>THEN</a:t>
            </a:r>
            <a:r>
              <a:rPr lang="en-US" sz="2000" b="0" kern="0" dirty="0"/>
              <a:t> you will see a screen like this:</a:t>
            </a:r>
          </a:p>
        </p:txBody>
      </p:sp>
      <p:sp>
        <p:nvSpPr>
          <p:cNvPr id="10" name="TextBox 9"/>
          <p:cNvSpPr txBox="1"/>
          <p:nvPr/>
        </p:nvSpPr>
        <p:spPr>
          <a:xfrm>
            <a:off x="322376" y="2725363"/>
            <a:ext cx="2996790" cy="1077218"/>
          </a:xfrm>
          <a:prstGeom prst="rect">
            <a:avLst/>
          </a:prstGeom>
          <a:solidFill>
            <a:schemeClr val="bg2">
              <a:lumMod val="10000"/>
              <a:lumOff val="90000"/>
            </a:schemeClr>
          </a:solidFill>
          <a:ln>
            <a:solidFill>
              <a:schemeClr val="tx1"/>
            </a:solidFill>
          </a:ln>
        </p:spPr>
        <p:txBody>
          <a:bodyPr wrap="square" rtlCol="0">
            <a:spAutoFit/>
          </a:bodyPr>
          <a:lstStyle/>
          <a:p>
            <a:pPr algn="l"/>
            <a:r>
              <a:rPr lang="en-US" sz="2800" b="1" dirty="0"/>
              <a:t>NEXT:</a:t>
            </a:r>
            <a:r>
              <a:rPr lang="en-US" sz="2800" dirty="0"/>
              <a:t>  </a:t>
            </a:r>
            <a:r>
              <a:rPr lang="en-US" sz="1800" dirty="0"/>
              <a:t>Click on the Yes button to request access in BIA Security</a:t>
            </a:r>
          </a:p>
        </p:txBody>
      </p:sp>
      <p:cxnSp>
        <p:nvCxnSpPr>
          <p:cNvPr id="13" name="Straight Arrow Connector 12"/>
          <p:cNvCxnSpPr/>
          <p:nvPr/>
        </p:nvCxnSpPr>
        <p:spPr bwMode="auto">
          <a:xfrm>
            <a:off x="3195686" y="3346515"/>
            <a:ext cx="4185501" cy="0"/>
          </a:xfrm>
          <a:prstGeom prst="straightConnector1">
            <a:avLst/>
          </a:prstGeom>
          <a:solidFill>
            <a:schemeClr val="accent1"/>
          </a:solidFill>
          <a:ln w="38100" cap="flat" cmpd="sng" algn="ctr">
            <a:solidFill>
              <a:schemeClr val="tx1">
                <a:lumMod val="50000"/>
                <a:lumOff val="50000"/>
              </a:schemeClr>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Rectangle 17"/>
          <p:cNvSpPr/>
          <p:nvPr/>
        </p:nvSpPr>
        <p:spPr>
          <a:xfrm>
            <a:off x="561170" y="5209790"/>
            <a:ext cx="7960006" cy="369332"/>
          </a:xfrm>
          <a:prstGeom prst="rect">
            <a:avLst/>
          </a:prstGeom>
        </p:spPr>
        <p:txBody>
          <a:bodyPr wrap="square">
            <a:spAutoFit/>
          </a:bodyPr>
          <a:lstStyle/>
          <a:p>
            <a:pPr marL="0" lvl="1" indent="0">
              <a:buNone/>
              <a:defRPr/>
            </a:pPr>
            <a:r>
              <a:rPr lang="en-US" sz="1800" dirty="0"/>
              <a:t>See section below, How to Request Access in BIA Security, for further details </a:t>
            </a:r>
          </a:p>
        </p:txBody>
      </p:sp>
    </p:spTree>
    <p:extLst>
      <p:ext uri="{BB962C8B-B14F-4D97-AF65-F5344CB8AC3E}">
        <p14:creationId xmlns:p14="http://schemas.microsoft.com/office/powerpoint/2010/main" val="3901788839"/>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47485" y="2323972"/>
            <a:ext cx="4649030" cy="523220"/>
          </a:xfrm>
          <a:prstGeom prst="rect">
            <a:avLst/>
          </a:prstGeom>
        </p:spPr>
        <p:txBody>
          <a:bodyPr wrap="none">
            <a:spAutoFit/>
          </a:bodyPr>
          <a:lstStyle/>
          <a:p>
            <a:r>
              <a:rPr lang="en-US" sz="2800" b="1" dirty="0"/>
              <a:t>How to Create Your BIA ID</a:t>
            </a:r>
          </a:p>
        </p:txBody>
      </p:sp>
    </p:spTree>
    <p:extLst>
      <p:ext uri="{BB962C8B-B14F-4D97-AF65-F5344CB8AC3E}">
        <p14:creationId xmlns:p14="http://schemas.microsoft.com/office/powerpoint/2010/main" val="2719647806"/>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Grp="1" noChangeArrowheads="1"/>
          </p:cNvSpPr>
          <p:nvPr>
            <p:ph type="sldNum" sz="quarter" idx="10"/>
          </p:nvPr>
        </p:nvSpPr>
        <p:spPr>
          <a:noFill/>
        </p:spPr>
        <p:txBody>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fld id="{CD327F9A-9351-4BFB-A818-5091D31BA4BA}" type="slidenum">
              <a:rPr lang="en-US" smtClean="0">
                <a:solidFill>
                  <a:schemeClr val="bg1"/>
                </a:solidFill>
              </a:rPr>
              <a:pPr/>
              <a:t>9</a:t>
            </a:fld>
            <a:endParaRPr lang="en-US" dirty="0">
              <a:solidFill>
                <a:schemeClr val="bg1"/>
              </a:solidFill>
            </a:endParaRPr>
          </a:p>
        </p:txBody>
      </p:sp>
      <p:sp>
        <p:nvSpPr>
          <p:cNvPr id="3075" name="Rectangle 2"/>
          <p:cNvSpPr>
            <a:spLocks noGrp="1" noChangeArrowheads="1"/>
          </p:cNvSpPr>
          <p:nvPr>
            <p:ph type="title"/>
          </p:nvPr>
        </p:nvSpPr>
        <p:spPr/>
        <p:txBody>
          <a:bodyPr/>
          <a:lstStyle/>
          <a:p>
            <a:r>
              <a:rPr lang="en-US" sz="3200" dirty="0"/>
              <a:t>BIA Profile Creation</a:t>
            </a:r>
            <a:br>
              <a:rPr lang="en-US" sz="3200" dirty="0"/>
            </a:br>
            <a:endParaRPr lang="en-US" sz="3200" dirty="0"/>
          </a:p>
        </p:txBody>
      </p:sp>
      <p:sp>
        <p:nvSpPr>
          <p:cNvPr id="3076" name="Rectangle 3"/>
          <p:cNvSpPr>
            <a:spLocks noGrp="1" noChangeArrowheads="1"/>
          </p:cNvSpPr>
          <p:nvPr>
            <p:ph idx="1"/>
          </p:nvPr>
        </p:nvSpPr>
        <p:spPr>
          <a:xfrm>
            <a:off x="469900" y="831851"/>
            <a:ext cx="8051800" cy="4070088"/>
          </a:xfrm>
        </p:spPr>
        <p:txBody>
          <a:bodyPr/>
          <a:lstStyle/>
          <a:p>
            <a:pPr marL="0" lvl="1" indent="0">
              <a:buNone/>
              <a:defRPr/>
            </a:pPr>
            <a:r>
              <a:rPr lang="en-US" sz="1800" dirty="0"/>
              <a:t>1. You will see the image below when trying to access app and do not have a BIA profile. </a:t>
            </a:r>
            <a:r>
              <a:rPr lang="en-US" sz="1800" dirty="0">
                <a:hlinkClick r:id="rId3"/>
              </a:rPr>
              <a:t>Click Here</a:t>
            </a:r>
            <a:r>
              <a:rPr lang="en-US" sz="1800" dirty="0"/>
              <a:t> for a direct link to new user creation page.</a:t>
            </a:r>
          </a:p>
          <a:p>
            <a:pPr marL="282575" lvl="2" indent="0">
              <a:buNone/>
              <a:defRPr/>
            </a:pPr>
            <a:endParaRPr lang="en-US" sz="1800" b="0" dirty="0">
              <a:solidFill>
                <a:schemeClr val="accent1"/>
              </a:solidFill>
            </a:endParaRPr>
          </a:p>
          <a:p>
            <a:pPr marL="0" lvl="1" indent="0">
              <a:buNone/>
              <a:defRPr/>
            </a:pPr>
            <a:endParaRPr lang="en-US" sz="1800" b="0" dirty="0">
              <a:solidFill>
                <a:schemeClr val="accent1"/>
              </a:solidFill>
            </a:endParaRPr>
          </a:p>
        </p:txBody>
      </p:sp>
      <p:sp>
        <p:nvSpPr>
          <p:cNvPr id="3077" name="Text Box 4"/>
          <p:cNvSpPr txBox="1">
            <a:spLocks noChangeArrowheads="1"/>
          </p:cNvSpPr>
          <p:nvPr/>
        </p:nvSpPr>
        <p:spPr bwMode="auto">
          <a:xfrm>
            <a:off x="228600" y="6464300"/>
            <a:ext cx="48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pPr eaLnBrk="1" hangingPunct="1"/>
            <a:endParaRPr lang="en-US"/>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8630" y="2286719"/>
            <a:ext cx="6884602" cy="2075306"/>
          </a:xfrm>
          <a:prstGeom prst="rect">
            <a:avLst/>
          </a:prstGeom>
        </p:spPr>
      </p:pic>
    </p:spTree>
    <p:extLst>
      <p:ext uri="{BB962C8B-B14F-4D97-AF65-F5344CB8AC3E}">
        <p14:creationId xmlns:p14="http://schemas.microsoft.com/office/powerpoint/2010/main" val="3466566104"/>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Grp="1" noChangeArrowheads="1"/>
          </p:cNvSpPr>
          <p:nvPr>
            <p:ph type="sldNum" sz="quarter" idx="10"/>
          </p:nvPr>
        </p:nvSpPr>
        <p:spPr>
          <a:noFill/>
        </p:spPr>
        <p:txBody>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fld id="{CD327F9A-9351-4BFB-A818-5091D31BA4BA}" type="slidenum">
              <a:rPr lang="en-US" smtClean="0">
                <a:solidFill>
                  <a:schemeClr val="bg1"/>
                </a:solidFill>
              </a:rPr>
              <a:pPr/>
              <a:t>10</a:t>
            </a:fld>
            <a:endParaRPr lang="en-US" dirty="0">
              <a:solidFill>
                <a:schemeClr val="bg1"/>
              </a:solidFill>
            </a:endParaRPr>
          </a:p>
        </p:txBody>
      </p:sp>
      <p:sp>
        <p:nvSpPr>
          <p:cNvPr id="3075" name="Rectangle 2"/>
          <p:cNvSpPr>
            <a:spLocks noGrp="1" noChangeArrowheads="1"/>
          </p:cNvSpPr>
          <p:nvPr>
            <p:ph type="title"/>
          </p:nvPr>
        </p:nvSpPr>
        <p:spPr/>
        <p:txBody>
          <a:bodyPr/>
          <a:lstStyle/>
          <a:p>
            <a:r>
              <a:rPr lang="en-US" sz="3200" dirty="0"/>
              <a:t>BIA Profile Creation</a:t>
            </a:r>
            <a:br>
              <a:rPr lang="en-US" sz="3200" dirty="0"/>
            </a:br>
            <a:endParaRPr lang="en-US" sz="3200" dirty="0"/>
          </a:p>
        </p:txBody>
      </p:sp>
      <p:sp>
        <p:nvSpPr>
          <p:cNvPr id="3076" name="Rectangle 3"/>
          <p:cNvSpPr>
            <a:spLocks noGrp="1" noChangeArrowheads="1"/>
          </p:cNvSpPr>
          <p:nvPr>
            <p:ph idx="1"/>
          </p:nvPr>
        </p:nvSpPr>
        <p:spPr>
          <a:xfrm>
            <a:off x="469900" y="831850"/>
            <a:ext cx="8051800" cy="5292725"/>
          </a:xfrm>
        </p:spPr>
        <p:txBody>
          <a:bodyPr/>
          <a:lstStyle/>
          <a:p>
            <a:pPr marL="0" lvl="1" indent="0">
              <a:buNone/>
              <a:defRPr/>
            </a:pPr>
            <a:r>
              <a:rPr lang="en-US" sz="1800" dirty="0"/>
              <a:t>2. Select New User from the Users dropdown or press the orange + button while viewing the User List. </a:t>
            </a:r>
          </a:p>
          <a:p>
            <a:pPr marL="282575" lvl="2" indent="0">
              <a:buNone/>
              <a:defRPr/>
            </a:pPr>
            <a:endParaRPr lang="en-US" sz="1800" b="0" dirty="0">
              <a:solidFill>
                <a:schemeClr val="accent1"/>
              </a:solidFill>
            </a:endParaRPr>
          </a:p>
          <a:p>
            <a:pPr marL="0" lvl="1" indent="0">
              <a:buNone/>
              <a:defRPr/>
            </a:pPr>
            <a:endParaRPr lang="en-US" sz="1800" b="0" dirty="0">
              <a:solidFill>
                <a:schemeClr val="accent1"/>
              </a:solidFill>
            </a:endParaRPr>
          </a:p>
        </p:txBody>
      </p:sp>
      <p:sp>
        <p:nvSpPr>
          <p:cNvPr id="3077" name="Text Box 4"/>
          <p:cNvSpPr txBox="1">
            <a:spLocks noChangeArrowheads="1"/>
          </p:cNvSpPr>
          <p:nvPr/>
        </p:nvSpPr>
        <p:spPr bwMode="auto">
          <a:xfrm>
            <a:off x="228600" y="6464300"/>
            <a:ext cx="48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pPr eaLnBrk="1" hangingPunct="1"/>
            <a:endParaRPr lang="en-US"/>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55750"/>
            <a:ext cx="9144000" cy="1157891"/>
          </a:xfrm>
          <a:prstGeom prst="rect">
            <a:avLst/>
          </a:prstGeom>
        </p:spPr>
      </p:pic>
    </p:spTree>
    <p:extLst>
      <p:ext uri="{BB962C8B-B14F-4D97-AF65-F5344CB8AC3E}">
        <p14:creationId xmlns:p14="http://schemas.microsoft.com/office/powerpoint/2010/main" val="1051831371"/>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Grp="1" noChangeArrowheads="1"/>
          </p:cNvSpPr>
          <p:nvPr>
            <p:ph type="sldNum" sz="quarter" idx="10"/>
          </p:nvPr>
        </p:nvSpPr>
        <p:spPr>
          <a:noFill/>
        </p:spPr>
        <p:txBody>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fld id="{CD327F9A-9351-4BFB-A818-5091D31BA4BA}" type="slidenum">
              <a:rPr lang="en-US" smtClean="0">
                <a:solidFill>
                  <a:schemeClr val="bg1"/>
                </a:solidFill>
              </a:rPr>
              <a:pPr/>
              <a:t>11</a:t>
            </a:fld>
            <a:endParaRPr lang="en-US" dirty="0">
              <a:solidFill>
                <a:schemeClr val="bg1"/>
              </a:solidFill>
            </a:endParaRPr>
          </a:p>
        </p:txBody>
      </p:sp>
      <p:sp>
        <p:nvSpPr>
          <p:cNvPr id="3075" name="Rectangle 2"/>
          <p:cNvSpPr>
            <a:spLocks noGrp="1" noChangeArrowheads="1"/>
          </p:cNvSpPr>
          <p:nvPr>
            <p:ph type="title"/>
          </p:nvPr>
        </p:nvSpPr>
        <p:spPr/>
        <p:txBody>
          <a:bodyPr/>
          <a:lstStyle/>
          <a:p>
            <a:r>
              <a:rPr lang="en-US" sz="3200" dirty="0"/>
              <a:t>BIA Profile Creation</a:t>
            </a:r>
            <a:br>
              <a:rPr lang="en-US" sz="3200" dirty="0"/>
            </a:br>
            <a:endParaRPr lang="en-US" sz="3200" dirty="0"/>
          </a:p>
        </p:txBody>
      </p:sp>
      <p:sp>
        <p:nvSpPr>
          <p:cNvPr id="3076" name="Rectangle 3"/>
          <p:cNvSpPr>
            <a:spLocks noGrp="1" noChangeArrowheads="1"/>
          </p:cNvSpPr>
          <p:nvPr>
            <p:ph idx="1"/>
          </p:nvPr>
        </p:nvSpPr>
        <p:spPr>
          <a:xfrm>
            <a:off x="469900" y="831850"/>
            <a:ext cx="8051800" cy="5292725"/>
          </a:xfrm>
        </p:spPr>
        <p:txBody>
          <a:bodyPr/>
          <a:lstStyle/>
          <a:p>
            <a:pPr marL="0" lvl="1" indent="0">
              <a:buNone/>
              <a:defRPr/>
            </a:pPr>
            <a:r>
              <a:rPr lang="en-US" sz="1800" dirty="0"/>
              <a:t>3. Enter a valid ADID. Hit Search.</a:t>
            </a:r>
          </a:p>
          <a:p>
            <a:pPr marL="282575" lvl="2" indent="0">
              <a:buNone/>
              <a:defRPr/>
            </a:pPr>
            <a:endParaRPr lang="en-US" sz="1800" b="0" dirty="0">
              <a:solidFill>
                <a:schemeClr val="accent1"/>
              </a:solidFill>
            </a:endParaRPr>
          </a:p>
          <a:p>
            <a:pPr marL="0" lvl="1" indent="0">
              <a:buNone/>
              <a:defRPr/>
            </a:pPr>
            <a:endParaRPr lang="en-US" sz="1800" b="0" dirty="0">
              <a:solidFill>
                <a:schemeClr val="accent1"/>
              </a:solidFill>
            </a:endParaRPr>
          </a:p>
        </p:txBody>
      </p:sp>
      <p:sp>
        <p:nvSpPr>
          <p:cNvPr id="3077" name="Text Box 4"/>
          <p:cNvSpPr txBox="1">
            <a:spLocks noChangeArrowheads="1"/>
          </p:cNvSpPr>
          <p:nvPr/>
        </p:nvSpPr>
        <p:spPr bwMode="auto">
          <a:xfrm>
            <a:off x="228600" y="6464300"/>
            <a:ext cx="48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pPr eaLnBrk="1" hangingPunct="1"/>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8911" y="1720571"/>
            <a:ext cx="6458851" cy="1991003"/>
          </a:xfrm>
          <a:prstGeom prst="rect">
            <a:avLst/>
          </a:prstGeom>
        </p:spPr>
      </p:pic>
    </p:spTree>
    <p:extLst>
      <p:ext uri="{BB962C8B-B14F-4D97-AF65-F5344CB8AC3E}">
        <p14:creationId xmlns:p14="http://schemas.microsoft.com/office/powerpoint/2010/main" val="3873733921"/>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Grp="1" noChangeArrowheads="1"/>
          </p:cNvSpPr>
          <p:nvPr>
            <p:ph type="sldNum" sz="quarter" idx="10"/>
          </p:nvPr>
        </p:nvSpPr>
        <p:spPr>
          <a:noFill/>
        </p:spPr>
        <p:txBody>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fld id="{CD327F9A-9351-4BFB-A818-5091D31BA4BA}" type="slidenum">
              <a:rPr lang="en-US" smtClean="0">
                <a:solidFill>
                  <a:schemeClr val="bg1"/>
                </a:solidFill>
              </a:rPr>
              <a:pPr/>
              <a:t>12</a:t>
            </a:fld>
            <a:endParaRPr lang="en-US" dirty="0">
              <a:solidFill>
                <a:schemeClr val="bg1"/>
              </a:solidFill>
            </a:endParaRPr>
          </a:p>
        </p:txBody>
      </p:sp>
      <p:sp>
        <p:nvSpPr>
          <p:cNvPr id="3075" name="Rectangle 2"/>
          <p:cNvSpPr>
            <a:spLocks noGrp="1" noChangeArrowheads="1"/>
          </p:cNvSpPr>
          <p:nvPr>
            <p:ph type="title"/>
          </p:nvPr>
        </p:nvSpPr>
        <p:spPr/>
        <p:txBody>
          <a:bodyPr/>
          <a:lstStyle/>
          <a:p>
            <a:r>
              <a:rPr lang="en-US" sz="3200" dirty="0"/>
              <a:t>BIA Profile Creation</a:t>
            </a:r>
            <a:br>
              <a:rPr lang="en-US" sz="3200" dirty="0"/>
            </a:br>
            <a:endParaRPr lang="en-US" sz="3200" dirty="0"/>
          </a:p>
        </p:txBody>
      </p:sp>
      <p:sp>
        <p:nvSpPr>
          <p:cNvPr id="3076" name="Rectangle 3"/>
          <p:cNvSpPr>
            <a:spLocks noGrp="1" noChangeArrowheads="1"/>
          </p:cNvSpPr>
          <p:nvPr>
            <p:ph idx="1"/>
          </p:nvPr>
        </p:nvSpPr>
        <p:spPr>
          <a:xfrm>
            <a:off x="469900" y="831850"/>
            <a:ext cx="8051800" cy="5292725"/>
          </a:xfrm>
        </p:spPr>
        <p:txBody>
          <a:bodyPr/>
          <a:lstStyle/>
          <a:p>
            <a:pPr marL="0" lvl="1" indent="0">
              <a:buNone/>
              <a:defRPr/>
            </a:pPr>
            <a:r>
              <a:rPr lang="en-US" sz="1800" dirty="0"/>
              <a:t>4. User profile info will be automatically generated.  Hit Create Profile.</a:t>
            </a:r>
          </a:p>
          <a:p>
            <a:pPr marL="282575" lvl="2" indent="0">
              <a:buNone/>
              <a:defRPr/>
            </a:pPr>
            <a:endParaRPr lang="en-US" sz="1800" b="0" dirty="0">
              <a:solidFill>
                <a:schemeClr val="accent1"/>
              </a:solidFill>
            </a:endParaRPr>
          </a:p>
          <a:p>
            <a:pPr marL="0" lvl="1" indent="0">
              <a:buNone/>
              <a:defRPr/>
            </a:pPr>
            <a:endParaRPr lang="en-US" sz="1800" b="0" dirty="0">
              <a:solidFill>
                <a:schemeClr val="accent1"/>
              </a:solidFill>
            </a:endParaRPr>
          </a:p>
        </p:txBody>
      </p:sp>
      <p:sp>
        <p:nvSpPr>
          <p:cNvPr id="3077" name="Text Box 4"/>
          <p:cNvSpPr txBox="1">
            <a:spLocks noChangeArrowheads="1"/>
          </p:cNvSpPr>
          <p:nvPr/>
        </p:nvSpPr>
        <p:spPr bwMode="auto">
          <a:xfrm>
            <a:off x="228600" y="6464300"/>
            <a:ext cx="48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pPr eaLnBrk="1" hangingPunct="1"/>
            <a:endParaRPr lang="en-US"/>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7337" y="1442760"/>
            <a:ext cx="6449325" cy="3972479"/>
          </a:xfrm>
          <a:prstGeom prst="rect">
            <a:avLst/>
          </a:prstGeom>
        </p:spPr>
      </p:pic>
    </p:spTree>
    <p:extLst>
      <p:ext uri="{BB962C8B-B14F-4D97-AF65-F5344CB8AC3E}">
        <p14:creationId xmlns:p14="http://schemas.microsoft.com/office/powerpoint/2010/main" val="3084368647"/>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2321" y="2323972"/>
            <a:ext cx="6599371" cy="523220"/>
          </a:xfrm>
          <a:prstGeom prst="rect">
            <a:avLst/>
          </a:prstGeom>
        </p:spPr>
        <p:txBody>
          <a:bodyPr wrap="none">
            <a:spAutoFit/>
          </a:bodyPr>
          <a:lstStyle/>
          <a:p>
            <a:r>
              <a:rPr lang="en-US" sz="2800" b="1" dirty="0"/>
              <a:t>How to Request BIA application in IIQ</a:t>
            </a:r>
          </a:p>
        </p:txBody>
      </p:sp>
    </p:spTree>
    <p:extLst>
      <p:ext uri="{BB962C8B-B14F-4D97-AF65-F5344CB8AC3E}">
        <p14:creationId xmlns:p14="http://schemas.microsoft.com/office/powerpoint/2010/main" val="3113969507"/>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Grp="1" noChangeArrowheads="1"/>
          </p:cNvSpPr>
          <p:nvPr>
            <p:ph type="sldNum" sz="quarter" idx="10"/>
          </p:nvPr>
        </p:nvSpPr>
        <p:spPr>
          <a:noFill/>
        </p:spPr>
        <p:txBody>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fld id="{CD327F9A-9351-4BFB-A818-5091D31BA4BA}" type="slidenum">
              <a:rPr lang="en-US" smtClean="0">
                <a:solidFill>
                  <a:schemeClr val="bg1"/>
                </a:solidFill>
              </a:rPr>
              <a:pPr/>
              <a:t>14</a:t>
            </a:fld>
            <a:endParaRPr lang="en-US" dirty="0">
              <a:solidFill>
                <a:schemeClr val="bg1"/>
              </a:solidFill>
            </a:endParaRPr>
          </a:p>
        </p:txBody>
      </p:sp>
      <p:sp>
        <p:nvSpPr>
          <p:cNvPr id="3075" name="Rectangle 2"/>
          <p:cNvSpPr>
            <a:spLocks noGrp="1" noChangeArrowheads="1"/>
          </p:cNvSpPr>
          <p:nvPr>
            <p:ph type="title"/>
          </p:nvPr>
        </p:nvSpPr>
        <p:spPr/>
        <p:txBody>
          <a:bodyPr/>
          <a:lstStyle/>
          <a:p>
            <a:r>
              <a:rPr lang="en-US" sz="3200" dirty="0"/>
              <a:t>IIQ Request Steps</a:t>
            </a:r>
            <a:br>
              <a:rPr lang="en-US" sz="3200" dirty="0"/>
            </a:br>
            <a:endParaRPr lang="en-US" sz="3200" dirty="0"/>
          </a:p>
        </p:txBody>
      </p:sp>
      <p:sp>
        <p:nvSpPr>
          <p:cNvPr id="3076" name="Rectangle 3"/>
          <p:cNvSpPr>
            <a:spLocks noGrp="1" noChangeArrowheads="1"/>
          </p:cNvSpPr>
          <p:nvPr>
            <p:ph idx="1"/>
          </p:nvPr>
        </p:nvSpPr>
        <p:spPr>
          <a:xfrm>
            <a:off x="469900" y="831850"/>
            <a:ext cx="8051800" cy="5292725"/>
          </a:xfrm>
        </p:spPr>
        <p:txBody>
          <a:bodyPr/>
          <a:lstStyle/>
          <a:p>
            <a:pPr marL="0" lvl="1" indent="0">
              <a:buNone/>
              <a:defRPr/>
            </a:pPr>
            <a:r>
              <a:rPr lang="en-US" sz="1800" dirty="0"/>
              <a:t>1. Log in to IIQ using this link using ADID:</a:t>
            </a:r>
          </a:p>
          <a:p>
            <a:pPr marL="282575" lvl="2" indent="0">
              <a:buNone/>
              <a:defRPr/>
            </a:pPr>
            <a:r>
              <a:rPr lang="en-US" sz="1800" b="0" dirty="0">
                <a:solidFill>
                  <a:schemeClr val="accent1"/>
                </a:solidFill>
                <a:hlinkClick r:id="rId3"/>
              </a:rPr>
              <a:t>https://iiq.inside.ups.com/iiqcertification/</a:t>
            </a:r>
            <a:endParaRPr lang="en-US" sz="1800" b="0" dirty="0">
              <a:solidFill>
                <a:schemeClr val="accent1"/>
              </a:solidFill>
            </a:endParaRPr>
          </a:p>
          <a:p>
            <a:pPr marL="0" lvl="1" indent="0">
              <a:buNone/>
              <a:defRPr/>
            </a:pPr>
            <a:r>
              <a:rPr lang="en-US" sz="1800" dirty="0"/>
              <a:t>2. Select “Access Navigator" in the menu.</a:t>
            </a:r>
          </a:p>
          <a:p>
            <a:pPr marL="0" lvl="1" indent="-60325">
              <a:buFont typeface="Wingdings" pitchFamily="2" charset="2"/>
              <a:buChar char="Ø"/>
              <a:defRPr/>
            </a:pPr>
            <a:endParaRPr lang="en-US" sz="1800" b="0" dirty="0">
              <a:solidFill>
                <a:schemeClr val="accent1"/>
              </a:solidFill>
            </a:endParaRPr>
          </a:p>
        </p:txBody>
      </p:sp>
      <p:sp>
        <p:nvSpPr>
          <p:cNvPr id="3077" name="Text Box 4"/>
          <p:cNvSpPr txBox="1">
            <a:spLocks noChangeArrowheads="1"/>
          </p:cNvSpPr>
          <p:nvPr/>
        </p:nvSpPr>
        <p:spPr bwMode="auto">
          <a:xfrm>
            <a:off x="228600" y="6464300"/>
            <a:ext cx="48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pPr eaLnBrk="1" hangingPunct="1"/>
            <a:endParaRPr lang="en-US"/>
          </a:p>
        </p:txBody>
      </p:sp>
      <p:cxnSp>
        <p:nvCxnSpPr>
          <p:cNvPr id="7" name="Straight Arrow Connector 6"/>
          <p:cNvCxnSpPr/>
          <p:nvPr/>
        </p:nvCxnSpPr>
        <p:spPr bwMode="auto">
          <a:xfrm flipV="1">
            <a:off x="228600" y="3798887"/>
            <a:ext cx="625766" cy="1810511"/>
          </a:xfrm>
          <a:prstGeom prst="straightConnector1">
            <a:avLst/>
          </a:prstGeom>
          <a:solidFill>
            <a:schemeClr val="accent1"/>
          </a:solidFill>
          <a:ln w="38100" cap="flat" cmpd="sng" algn="ctr">
            <a:solidFill>
              <a:schemeClr val="tx1">
                <a:lumMod val="50000"/>
                <a:lumOff val="50000"/>
              </a:schemeClr>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6" name="Picture 5" descr="Graphical user interface&#10;&#10;Description automatically generated with medium confidence">
            <a:extLst>
              <a:ext uri="{FF2B5EF4-FFF2-40B4-BE49-F238E27FC236}">
                <a16:creationId xmlns:a16="http://schemas.microsoft.com/office/drawing/2014/main" id="{6942D81C-B57F-467F-BF3A-452C7831C9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637" y="1905362"/>
            <a:ext cx="8594725" cy="1893525"/>
          </a:xfrm>
          <a:prstGeom prst="rect">
            <a:avLst/>
          </a:prstGeom>
        </p:spPr>
      </p:pic>
    </p:spTree>
    <p:extLst>
      <p:ext uri="{BB962C8B-B14F-4D97-AF65-F5344CB8AC3E}">
        <p14:creationId xmlns:p14="http://schemas.microsoft.com/office/powerpoint/2010/main" val="2562151942"/>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Grp="1" noChangeArrowheads="1"/>
          </p:cNvSpPr>
          <p:nvPr>
            <p:ph type="sldNum" sz="quarter" idx="10"/>
          </p:nvPr>
        </p:nvSpPr>
        <p:spPr>
          <a:noFill/>
        </p:spPr>
        <p:txBody>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fld id="{CD327F9A-9351-4BFB-A818-5091D31BA4BA}" type="slidenum">
              <a:rPr lang="en-US" smtClean="0">
                <a:solidFill>
                  <a:schemeClr val="bg1"/>
                </a:solidFill>
              </a:rPr>
              <a:pPr/>
              <a:t>15</a:t>
            </a:fld>
            <a:endParaRPr lang="en-US" dirty="0">
              <a:solidFill>
                <a:schemeClr val="bg1"/>
              </a:solidFill>
            </a:endParaRPr>
          </a:p>
        </p:txBody>
      </p:sp>
      <p:sp>
        <p:nvSpPr>
          <p:cNvPr id="3075" name="Rectangle 2"/>
          <p:cNvSpPr>
            <a:spLocks noGrp="1" noChangeArrowheads="1"/>
          </p:cNvSpPr>
          <p:nvPr>
            <p:ph type="title"/>
          </p:nvPr>
        </p:nvSpPr>
        <p:spPr/>
        <p:txBody>
          <a:bodyPr/>
          <a:lstStyle/>
          <a:p>
            <a:r>
              <a:rPr lang="en-US" sz="3200" dirty="0"/>
              <a:t>IIQ Request Steps</a:t>
            </a:r>
            <a:br>
              <a:rPr lang="en-US" sz="3200" dirty="0"/>
            </a:br>
            <a:endParaRPr lang="en-US" sz="3200" dirty="0"/>
          </a:p>
        </p:txBody>
      </p:sp>
      <p:sp>
        <p:nvSpPr>
          <p:cNvPr id="3076" name="Rectangle 3"/>
          <p:cNvSpPr>
            <a:spLocks noGrp="1" noChangeArrowheads="1"/>
          </p:cNvSpPr>
          <p:nvPr>
            <p:ph idx="1"/>
          </p:nvPr>
        </p:nvSpPr>
        <p:spPr>
          <a:xfrm>
            <a:off x="469900" y="831850"/>
            <a:ext cx="8051800" cy="5292725"/>
          </a:xfrm>
        </p:spPr>
        <p:txBody>
          <a:bodyPr/>
          <a:lstStyle/>
          <a:p>
            <a:pPr marL="0" lvl="1" indent="0">
              <a:buNone/>
              <a:defRPr/>
            </a:pPr>
            <a:r>
              <a:rPr lang="en-US" sz="1800" dirty="0"/>
              <a:t>3. Select “Application Access" in the menu.</a:t>
            </a:r>
          </a:p>
          <a:p>
            <a:pPr marL="0" lvl="1" indent="0">
              <a:buNone/>
              <a:defRPr/>
            </a:pPr>
            <a:r>
              <a:rPr lang="en-US" sz="1800" dirty="0"/>
              <a:t>.</a:t>
            </a:r>
          </a:p>
          <a:p>
            <a:pPr marL="0" lvl="1" indent="-60325">
              <a:buFont typeface="Wingdings" pitchFamily="2" charset="2"/>
              <a:buChar char="Ø"/>
              <a:defRPr/>
            </a:pPr>
            <a:endParaRPr lang="en-US" sz="1800" b="0" dirty="0">
              <a:solidFill>
                <a:schemeClr val="accent1"/>
              </a:solidFill>
            </a:endParaRPr>
          </a:p>
        </p:txBody>
      </p:sp>
      <p:sp>
        <p:nvSpPr>
          <p:cNvPr id="3077" name="Text Box 4"/>
          <p:cNvSpPr txBox="1">
            <a:spLocks noChangeArrowheads="1"/>
          </p:cNvSpPr>
          <p:nvPr/>
        </p:nvSpPr>
        <p:spPr bwMode="auto">
          <a:xfrm>
            <a:off x="228600" y="6464300"/>
            <a:ext cx="48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pPr eaLnBrk="1" hangingPunct="1"/>
            <a:endParaRPr lang="en-US"/>
          </a:p>
        </p:txBody>
      </p:sp>
      <p:pic>
        <p:nvPicPr>
          <p:cNvPr id="4" name="Picture 3" descr="Graphical user interface, application, Teams&#10;&#10;Description automatically generated">
            <a:extLst>
              <a:ext uri="{FF2B5EF4-FFF2-40B4-BE49-F238E27FC236}">
                <a16:creationId xmlns:a16="http://schemas.microsoft.com/office/drawing/2014/main" id="{70273938-97B9-4CCC-8453-2E259129E5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22881"/>
            <a:ext cx="9144000" cy="3693046"/>
          </a:xfrm>
          <a:prstGeom prst="rect">
            <a:avLst/>
          </a:prstGeom>
        </p:spPr>
      </p:pic>
      <p:cxnSp>
        <p:nvCxnSpPr>
          <p:cNvPr id="9" name="Straight Arrow Connector 8">
            <a:extLst>
              <a:ext uri="{FF2B5EF4-FFF2-40B4-BE49-F238E27FC236}">
                <a16:creationId xmlns:a16="http://schemas.microsoft.com/office/drawing/2014/main" id="{DCB33820-34D7-4922-878C-BB6B5448EE5D}"/>
              </a:ext>
            </a:extLst>
          </p:cNvPr>
          <p:cNvCxnSpPr/>
          <p:nvPr/>
        </p:nvCxnSpPr>
        <p:spPr bwMode="auto">
          <a:xfrm flipV="1">
            <a:off x="469900" y="4431514"/>
            <a:ext cx="482600" cy="1160688"/>
          </a:xfrm>
          <a:prstGeom prst="straightConnector1">
            <a:avLst/>
          </a:prstGeom>
          <a:solidFill>
            <a:schemeClr val="accent1"/>
          </a:solidFill>
          <a:ln w="38100" cap="flat" cmpd="sng" algn="ctr">
            <a:solidFill>
              <a:schemeClr val="tx1">
                <a:lumMod val="50000"/>
                <a:lumOff val="50000"/>
              </a:schemeClr>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42973472"/>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Grp="1" noChangeArrowheads="1"/>
          </p:cNvSpPr>
          <p:nvPr>
            <p:ph type="sldNum" sz="quarter" idx="10"/>
          </p:nvPr>
        </p:nvSpPr>
        <p:spPr>
          <a:noFill/>
        </p:spPr>
        <p:txBody>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fld id="{CD327F9A-9351-4BFB-A818-5091D31BA4BA}" type="slidenum">
              <a:rPr lang="en-US" smtClean="0">
                <a:solidFill>
                  <a:schemeClr val="bg1"/>
                </a:solidFill>
              </a:rPr>
              <a:pPr/>
              <a:t>16</a:t>
            </a:fld>
            <a:endParaRPr lang="en-US" dirty="0">
              <a:solidFill>
                <a:schemeClr val="bg1"/>
              </a:solidFill>
            </a:endParaRPr>
          </a:p>
        </p:txBody>
      </p:sp>
      <p:sp>
        <p:nvSpPr>
          <p:cNvPr id="3075" name="Rectangle 2"/>
          <p:cNvSpPr>
            <a:spLocks noGrp="1" noChangeArrowheads="1"/>
          </p:cNvSpPr>
          <p:nvPr>
            <p:ph type="title"/>
          </p:nvPr>
        </p:nvSpPr>
        <p:spPr/>
        <p:txBody>
          <a:bodyPr/>
          <a:lstStyle/>
          <a:p>
            <a:r>
              <a:rPr lang="en-US" sz="3200" dirty="0"/>
              <a:t>IIQ Request Steps</a:t>
            </a:r>
            <a:br>
              <a:rPr lang="en-US" sz="3200" dirty="0"/>
            </a:br>
            <a:endParaRPr lang="en-US" sz="3200" dirty="0"/>
          </a:p>
        </p:txBody>
      </p:sp>
      <p:sp>
        <p:nvSpPr>
          <p:cNvPr id="3076" name="Rectangle 3"/>
          <p:cNvSpPr>
            <a:spLocks noGrp="1" noChangeArrowheads="1"/>
          </p:cNvSpPr>
          <p:nvPr>
            <p:ph idx="1"/>
          </p:nvPr>
        </p:nvSpPr>
        <p:spPr>
          <a:xfrm>
            <a:off x="469900" y="831850"/>
            <a:ext cx="8051800" cy="5292725"/>
          </a:xfrm>
        </p:spPr>
        <p:txBody>
          <a:bodyPr/>
          <a:lstStyle/>
          <a:p>
            <a:pPr marL="0" lvl="1" indent="0">
              <a:buNone/>
              <a:defRPr/>
            </a:pPr>
            <a:r>
              <a:rPr lang="en-US" sz="1800" dirty="0"/>
              <a:t>4. Search for application name or code</a:t>
            </a:r>
            <a:endParaRPr lang="en-US" sz="1800" b="1" dirty="0">
              <a:highlight>
                <a:srgbClr val="FFFF00"/>
              </a:highlight>
            </a:endParaRPr>
          </a:p>
          <a:p>
            <a:pPr marL="0" lvl="1" indent="0">
              <a:buNone/>
              <a:defRPr/>
            </a:pPr>
            <a:r>
              <a:rPr lang="en-US" sz="1800" dirty="0"/>
              <a:t>5. Click the application’s card</a:t>
            </a:r>
          </a:p>
          <a:p>
            <a:pPr marL="0" lvl="1" indent="0">
              <a:buNone/>
              <a:defRPr/>
            </a:pPr>
            <a:endParaRPr lang="en-US" sz="1800" b="0" dirty="0">
              <a:solidFill>
                <a:schemeClr val="accent1"/>
              </a:solidFill>
            </a:endParaRPr>
          </a:p>
        </p:txBody>
      </p:sp>
      <p:sp>
        <p:nvSpPr>
          <p:cNvPr id="3077" name="Text Box 4"/>
          <p:cNvSpPr txBox="1">
            <a:spLocks noChangeArrowheads="1"/>
          </p:cNvSpPr>
          <p:nvPr/>
        </p:nvSpPr>
        <p:spPr bwMode="auto">
          <a:xfrm>
            <a:off x="228600" y="6464300"/>
            <a:ext cx="48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pPr eaLnBrk="1" hangingPunct="1"/>
            <a:endParaRPr lang="en-US"/>
          </a:p>
        </p:txBody>
      </p:sp>
      <p:pic>
        <p:nvPicPr>
          <p:cNvPr id="6" name="Picture 5" descr="Graphical user interface, text, application&#10;&#10;Description automatically generated">
            <a:extLst>
              <a:ext uri="{FF2B5EF4-FFF2-40B4-BE49-F238E27FC236}">
                <a16:creationId xmlns:a16="http://schemas.microsoft.com/office/drawing/2014/main" id="{04C560CA-E418-53E9-6070-D7134E8680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77024"/>
            <a:ext cx="9144000" cy="4123954"/>
          </a:xfrm>
          <a:prstGeom prst="rect">
            <a:avLst/>
          </a:prstGeom>
        </p:spPr>
      </p:pic>
      <p:cxnSp>
        <p:nvCxnSpPr>
          <p:cNvPr id="15" name="Straight Arrow Connector 14">
            <a:extLst>
              <a:ext uri="{FF2B5EF4-FFF2-40B4-BE49-F238E27FC236}">
                <a16:creationId xmlns:a16="http://schemas.microsoft.com/office/drawing/2014/main" id="{D0A9CE81-0EB3-B5FA-0B19-28C915199F22}"/>
              </a:ext>
            </a:extLst>
          </p:cNvPr>
          <p:cNvCxnSpPr/>
          <p:nvPr/>
        </p:nvCxnSpPr>
        <p:spPr bwMode="auto">
          <a:xfrm flipV="1">
            <a:off x="7774541" y="2897868"/>
            <a:ext cx="0" cy="1222069"/>
          </a:xfrm>
          <a:prstGeom prst="straightConnector1">
            <a:avLst/>
          </a:prstGeom>
          <a:solidFill>
            <a:schemeClr val="accent1"/>
          </a:solidFill>
          <a:ln w="38100" cap="flat" cmpd="sng" algn="ctr">
            <a:solidFill>
              <a:schemeClr val="tx1">
                <a:lumMod val="50000"/>
                <a:lumOff val="50000"/>
              </a:schemeClr>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Arrow Connector 16">
            <a:extLst>
              <a:ext uri="{FF2B5EF4-FFF2-40B4-BE49-F238E27FC236}">
                <a16:creationId xmlns:a16="http://schemas.microsoft.com/office/drawing/2014/main" id="{0BD14C78-4216-7BFD-6252-4EADF2225FF1}"/>
              </a:ext>
            </a:extLst>
          </p:cNvPr>
          <p:cNvCxnSpPr/>
          <p:nvPr/>
        </p:nvCxnSpPr>
        <p:spPr bwMode="auto">
          <a:xfrm flipH="1" flipV="1">
            <a:off x="2630184" y="4119937"/>
            <a:ext cx="1106898" cy="779752"/>
          </a:xfrm>
          <a:prstGeom prst="straightConnector1">
            <a:avLst/>
          </a:prstGeom>
          <a:solidFill>
            <a:schemeClr val="accent1"/>
          </a:solidFill>
          <a:ln w="38100" cap="flat" cmpd="sng" algn="ctr">
            <a:solidFill>
              <a:schemeClr val="tx1">
                <a:lumMod val="50000"/>
                <a:lumOff val="50000"/>
              </a:schemeClr>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553420823"/>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Grp="1" noChangeArrowheads="1"/>
          </p:cNvSpPr>
          <p:nvPr>
            <p:ph type="sldNum" sz="quarter" idx="10"/>
          </p:nvPr>
        </p:nvSpPr>
        <p:spPr>
          <a:noFill/>
        </p:spPr>
        <p:txBody>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fld id="{CD327F9A-9351-4BFB-A818-5091D31BA4BA}" type="slidenum">
              <a:rPr lang="en-US" smtClean="0">
                <a:solidFill>
                  <a:schemeClr val="bg1"/>
                </a:solidFill>
              </a:rPr>
              <a:pPr/>
              <a:t>17</a:t>
            </a:fld>
            <a:endParaRPr lang="en-US" dirty="0">
              <a:solidFill>
                <a:schemeClr val="bg1"/>
              </a:solidFill>
            </a:endParaRPr>
          </a:p>
        </p:txBody>
      </p:sp>
      <p:sp>
        <p:nvSpPr>
          <p:cNvPr id="3075" name="Rectangle 2"/>
          <p:cNvSpPr>
            <a:spLocks noGrp="1" noChangeArrowheads="1"/>
          </p:cNvSpPr>
          <p:nvPr>
            <p:ph type="title"/>
          </p:nvPr>
        </p:nvSpPr>
        <p:spPr/>
        <p:txBody>
          <a:bodyPr/>
          <a:lstStyle/>
          <a:p>
            <a:r>
              <a:rPr lang="en-US" sz="3200" dirty="0"/>
              <a:t>IIQ Request Steps</a:t>
            </a:r>
            <a:br>
              <a:rPr lang="en-US" sz="3200" dirty="0"/>
            </a:br>
            <a:endParaRPr lang="en-US" sz="3200" dirty="0"/>
          </a:p>
        </p:txBody>
      </p:sp>
      <p:sp>
        <p:nvSpPr>
          <p:cNvPr id="3076" name="Rectangle 3"/>
          <p:cNvSpPr>
            <a:spLocks noGrp="1" noChangeArrowheads="1"/>
          </p:cNvSpPr>
          <p:nvPr>
            <p:ph idx="1"/>
          </p:nvPr>
        </p:nvSpPr>
        <p:spPr>
          <a:xfrm>
            <a:off x="469900" y="831850"/>
            <a:ext cx="8051800" cy="5292725"/>
          </a:xfrm>
        </p:spPr>
        <p:txBody>
          <a:bodyPr/>
          <a:lstStyle/>
          <a:p>
            <a:pPr marL="0" lvl="1" indent="0">
              <a:buNone/>
              <a:defRPr/>
            </a:pPr>
            <a:r>
              <a:rPr lang="en-US" sz="1800" dirty="0"/>
              <a:t>5. Select the application role(s) and click Next.</a:t>
            </a:r>
            <a:endParaRPr lang="en-US" sz="1800" b="0" dirty="0">
              <a:solidFill>
                <a:schemeClr val="accent1"/>
              </a:solidFill>
            </a:endParaRPr>
          </a:p>
        </p:txBody>
      </p:sp>
      <p:sp>
        <p:nvSpPr>
          <p:cNvPr id="3077" name="Text Box 4"/>
          <p:cNvSpPr txBox="1">
            <a:spLocks noChangeArrowheads="1"/>
          </p:cNvSpPr>
          <p:nvPr/>
        </p:nvSpPr>
        <p:spPr bwMode="auto">
          <a:xfrm>
            <a:off x="228600" y="6464300"/>
            <a:ext cx="48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pPr eaLnBrk="1" hangingPunct="1"/>
            <a:endParaRPr lang="en-US"/>
          </a:p>
        </p:txBody>
      </p:sp>
      <p:pic>
        <p:nvPicPr>
          <p:cNvPr id="6" name="Picture 5" descr="Graphical user interface, application&#10;&#10;Description automatically generated">
            <a:extLst>
              <a:ext uri="{FF2B5EF4-FFF2-40B4-BE49-F238E27FC236}">
                <a16:creationId xmlns:a16="http://schemas.microsoft.com/office/drawing/2014/main" id="{392DE627-9817-1274-44AA-156B6D28DB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66695"/>
            <a:ext cx="9144000" cy="4124609"/>
          </a:xfrm>
          <a:prstGeom prst="rect">
            <a:avLst/>
          </a:prstGeom>
        </p:spPr>
      </p:pic>
      <p:cxnSp>
        <p:nvCxnSpPr>
          <p:cNvPr id="7" name="Straight Arrow Connector 6">
            <a:extLst>
              <a:ext uri="{FF2B5EF4-FFF2-40B4-BE49-F238E27FC236}">
                <a16:creationId xmlns:a16="http://schemas.microsoft.com/office/drawing/2014/main" id="{BA3744D8-234F-4DDD-BDB5-1C9136F4778B}"/>
              </a:ext>
            </a:extLst>
          </p:cNvPr>
          <p:cNvCxnSpPr/>
          <p:nvPr/>
        </p:nvCxnSpPr>
        <p:spPr bwMode="auto">
          <a:xfrm flipH="1">
            <a:off x="5554711" y="5167816"/>
            <a:ext cx="1280131" cy="0"/>
          </a:xfrm>
          <a:prstGeom prst="straightConnector1">
            <a:avLst/>
          </a:prstGeom>
          <a:solidFill>
            <a:schemeClr val="accent1"/>
          </a:solidFill>
          <a:ln w="38100" cap="flat" cmpd="sng" algn="ctr">
            <a:solidFill>
              <a:schemeClr val="tx1">
                <a:lumMod val="50000"/>
                <a:lumOff val="50000"/>
              </a:schemeClr>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Straight Arrow Connector 7">
            <a:extLst>
              <a:ext uri="{FF2B5EF4-FFF2-40B4-BE49-F238E27FC236}">
                <a16:creationId xmlns:a16="http://schemas.microsoft.com/office/drawing/2014/main" id="{AB017FAF-7B40-E685-B213-B6392AE0EB6D}"/>
              </a:ext>
            </a:extLst>
          </p:cNvPr>
          <p:cNvCxnSpPr/>
          <p:nvPr/>
        </p:nvCxnSpPr>
        <p:spPr bwMode="auto">
          <a:xfrm flipH="1">
            <a:off x="595096" y="2191446"/>
            <a:ext cx="604564" cy="1098727"/>
          </a:xfrm>
          <a:prstGeom prst="straightConnector1">
            <a:avLst/>
          </a:prstGeom>
          <a:solidFill>
            <a:schemeClr val="accent1"/>
          </a:solidFill>
          <a:ln w="38100" cap="flat" cmpd="sng" algn="ctr">
            <a:solidFill>
              <a:schemeClr val="tx1">
                <a:lumMod val="50000"/>
                <a:lumOff val="50000"/>
              </a:schemeClr>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626206451"/>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Grp="1" noChangeArrowheads="1"/>
          </p:cNvSpPr>
          <p:nvPr>
            <p:ph type="sldNum" sz="quarter" idx="10"/>
          </p:nvPr>
        </p:nvSpPr>
        <p:spPr>
          <a:noFill/>
        </p:spPr>
        <p:txBody>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fld id="{CD327F9A-9351-4BFB-A818-5091D31BA4BA}" type="slidenum">
              <a:rPr lang="en-US" smtClean="0">
                <a:solidFill>
                  <a:schemeClr val="bg1"/>
                </a:solidFill>
              </a:rPr>
              <a:pPr/>
              <a:t>18</a:t>
            </a:fld>
            <a:endParaRPr lang="en-US" dirty="0">
              <a:solidFill>
                <a:schemeClr val="bg1"/>
              </a:solidFill>
            </a:endParaRPr>
          </a:p>
        </p:txBody>
      </p:sp>
      <p:sp>
        <p:nvSpPr>
          <p:cNvPr id="3075" name="Rectangle 2"/>
          <p:cNvSpPr>
            <a:spLocks noGrp="1" noChangeArrowheads="1"/>
          </p:cNvSpPr>
          <p:nvPr>
            <p:ph type="title"/>
          </p:nvPr>
        </p:nvSpPr>
        <p:spPr/>
        <p:txBody>
          <a:bodyPr/>
          <a:lstStyle/>
          <a:p>
            <a:r>
              <a:rPr lang="en-US" sz="3200" dirty="0"/>
              <a:t>IIQ Request Steps</a:t>
            </a:r>
            <a:br>
              <a:rPr lang="en-US" sz="3200" dirty="0"/>
            </a:br>
            <a:endParaRPr lang="en-US" sz="3200" dirty="0"/>
          </a:p>
        </p:txBody>
      </p:sp>
      <p:sp>
        <p:nvSpPr>
          <p:cNvPr id="3076" name="Rectangle 3"/>
          <p:cNvSpPr>
            <a:spLocks noGrp="1" noChangeArrowheads="1"/>
          </p:cNvSpPr>
          <p:nvPr>
            <p:ph idx="1"/>
          </p:nvPr>
        </p:nvSpPr>
        <p:spPr>
          <a:xfrm>
            <a:off x="469900" y="831850"/>
            <a:ext cx="8051800" cy="5292725"/>
          </a:xfrm>
        </p:spPr>
        <p:txBody>
          <a:bodyPr/>
          <a:lstStyle/>
          <a:p>
            <a:pPr marL="0" lvl="1" indent="0">
              <a:buNone/>
              <a:defRPr/>
            </a:pPr>
            <a:r>
              <a:rPr lang="en-US" sz="1800" dirty="0"/>
              <a:t>6. Select comment icon to enter reason for application access and then click Submit.</a:t>
            </a:r>
          </a:p>
          <a:p>
            <a:pPr marL="0" lvl="1" indent="0">
              <a:buNone/>
              <a:defRPr/>
            </a:pPr>
            <a:r>
              <a:rPr lang="en-US" sz="1800" dirty="0"/>
              <a:t>7. An email will be sent to your supervisor for approval.</a:t>
            </a:r>
          </a:p>
          <a:p>
            <a:pPr marL="0" lvl="1" indent="0">
              <a:buNone/>
              <a:defRPr/>
            </a:pPr>
            <a:endParaRPr lang="en-US" sz="1800" b="0" dirty="0">
              <a:solidFill>
                <a:schemeClr val="accent1"/>
              </a:solidFill>
            </a:endParaRPr>
          </a:p>
        </p:txBody>
      </p:sp>
      <p:sp>
        <p:nvSpPr>
          <p:cNvPr id="3077" name="Text Box 4"/>
          <p:cNvSpPr txBox="1">
            <a:spLocks noChangeArrowheads="1"/>
          </p:cNvSpPr>
          <p:nvPr/>
        </p:nvSpPr>
        <p:spPr bwMode="auto">
          <a:xfrm>
            <a:off x="228600" y="6464300"/>
            <a:ext cx="48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pPr eaLnBrk="1" hangingPunct="1"/>
            <a:endParaRPr lang="en-US"/>
          </a:p>
        </p:txBody>
      </p:sp>
      <p:pic>
        <p:nvPicPr>
          <p:cNvPr id="3" name="Picture 2" descr="Graphical user interface, text, application&#10;&#10;Description automatically generated">
            <a:extLst>
              <a:ext uri="{FF2B5EF4-FFF2-40B4-BE49-F238E27FC236}">
                <a16:creationId xmlns:a16="http://schemas.microsoft.com/office/drawing/2014/main" id="{9E189E69-CA37-81B8-A3C4-B9F44FEA07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85611"/>
            <a:ext cx="9144000" cy="4138964"/>
          </a:xfrm>
          <a:prstGeom prst="rect">
            <a:avLst/>
          </a:prstGeom>
        </p:spPr>
      </p:pic>
      <p:cxnSp>
        <p:nvCxnSpPr>
          <p:cNvPr id="5" name="Straight Arrow Connector 4">
            <a:extLst>
              <a:ext uri="{FF2B5EF4-FFF2-40B4-BE49-F238E27FC236}">
                <a16:creationId xmlns:a16="http://schemas.microsoft.com/office/drawing/2014/main" id="{B2F452DB-02D7-0D0C-9B4F-5212CFFADE78}"/>
              </a:ext>
            </a:extLst>
          </p:cNvPr>
          <p:cNvCxnSpPr/>
          <p:nvPr/>
        </p:nvCxnSpPr>
        <p:spPr bwMode="auto">
          <a:xfrm>
            <a:off x="7063584" y="3718962"/>
            <a:ext cx="879338" cy="854716"/>
          </a:xfrm>
          <a:prstGeom prst="straightConnector1">
            <a:avLst/>
          </a:prstGeom>
          <a:solidFill>
            <a:schemeClr val="accent1"/>
          </a:solidFill>
          <a:ln w="38100" cap="flat" cmpd="sng" algn="ctr">
            <a:solidFill>
              <a:schemeClr val="tx1">
                <a:lumMod val="50000"/>
                <a:lumOff val="50000"/>
              </a:schemeClr>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Arrow Connector 5">
            <a:extLst>
              <a:ext uri="{FF2B5EF4-FFF2-40B4-BE49-F238E27FC236}">
                <a16:creationId xmlns:a16="http://schemas.microsoft.com/office/drawing/2014/main" id="{93970C9A-39AD-8A98-377D-FAF33D40FA73}"/>
              </a:ext>
            </a:extLst>
          </p:cNvPr>
          <p:cNvCxnSpPr/>
          <p:nvPr/>
        </p:nvCxnSpPr>
        <p:spPr bwMode="auto">
          <a:xfrm flipH="1">
            <a:off x="5911166" y="5761020"/>
            <a:ext cx="1249431" cy="0"/>
          </a:xfrm>
          <a:prstGeom prst="straightConnector1">
            <a:avLst/>
          </a:prstGeom>
          <a:solidFill>
            <a:schemeClr val="accent1"/>
          </a:solidFill>
          <a:ln w="38100" cap="flat" cmpd="sng" algn="ctr">
            <a:solidFill>
              <a:schemeClr val="tx1">
                <a:lumMod val="50000"/>
                <a:lumOff val="50000"/>
              </a:schemeClr>
            </a:solidFill>
            <a:prstDash val="solid"/>
            <a:round/>
            <a:headEnd type="none" w="med" len="med"/>
            <a:tailEnd type="stealth"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541220731"/>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5062" y="2364432"/>
            <a:ext cx="8447288" cy="1169551"/>
          </a:xfrm>
          <a:prstGeom prst="rect">
            <a:avLst/>
          </a:prstGeom>
        </p:spPr>
        <p:txBody>
          <a:bodyPr wrap="square">
            <a:spAutoFit/>
          </a:bodyPr>
          <a:lstStyle/>
          <a:p>
            <a:r>
              <a:rPr lang="en-US" sz="2800" b="1" dirty="0"/>
              <a:t>How to Request BIA application in </a:t>
            </a:r>
          </a:p>
          <a:p>
            <a:r>
              <a:rPr lang="en-US" sz="2800" b="1" dirty="0"/>
              <a:t>BIA Security</a:t>
            </a:r>
          </a:p>
        </p:txBody>
      </p:sp>
    </p:spTree>
    <p:extLst>
      <p:ext uri="{BB962C8B-B14F-4D97-AF65-F5344CB8AC3E}">
        <p14:creationId xmlns:p14="http://schemas.microsoft.com/office/powerpoint/2010/main" val="3014731161"/>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Grp="1" noChangeArrowheads="1"/>
          </p:cNvSpPr>
          <p:nvPr>
            <p:ph type="sldNum" sz="quarter" idx="10"/>
          </p:nvPr>
        </p:nvSpPr>
        <p:spPr>
          <a:noFill/>
        </p:spPr>
        <p:txBody>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fld id="{CD327F9A-9351-4BFB-A818-5091D31BA4BA}" type="slidenum">
              <a:rPr lang="en-US" smtClean="0">
                <a:solidFill>
                  <a:schemeClr val="bg1"/>
                </a:solidFill>
              </a:rPr>
              <a:pPr/>
              <a:t>20</a:t>
            </a:fld>
            <a:endParaRPr lang="en-US" dirty="0">
              <a:solidFill>
                <a:schemeClr val="bg1"/>
              </a:solidFill>
            </a:endParaRPr>
          </a:p>
        </p:txBody>
      </p:sp>
      <p:sp>
        <p:nvSpPr>
          <p:cNvPr id="3075" name="Rectangle 2"/>
          <p:cNvSpPr>
            <a:spLocks noGrp="1" noChangeArrowheads="1"/>
          </p:cNvSpPr>
          <p:nvPr>
            <p:ph type="title"/>
          </p:nvPr>
        </p:nvSpPr>
        <p:spPr/>
        <p:txBody>
          <a:bodyPr/>
          <a:lstStyle/>
          <a:p>
            <a:r>
              <a:rPr lang="en-US" sz="3200" dirty="0"/>
              <a:t>BIA Application Access Request Steps</a:t>
            </a:r>
          </a:p>
        </p:txBody>
      </p:sp>
      <p:sp>
        <p:nvSpPr>
          <p:cNvPr id="3076" name="Rectangle 3"/>
          <p:cNvSpPr>
            <a:spLocks noGrp="1" noChangeArrowheads="1"/>
          </p:cNvSpPr>
          <p:nvPr>
            <p:ph idx="1"/>
          </p:nvPr>
        </p:nvSpPr>
        <p:spPr>
          <a:xfrm>
            <a:off x="469900" y="831850"/>
            <a:ext cx="8051800" cy="5292725"/>
          </a:xfrm>
        </p:spPr>
        <p:txBody>
          <a:bodyPr/>
          <a:lstStyle/>
          <a:p>
            <a:pPr marL="342900" lvl="1" indent="-342900">
              <a:buAutoNum type="arabicPeriod"/>
              <a:defRPr/>
            </a:pPr>
            <a:r>
              <a:rPr lang="en-US" sz="1800" dirty="0"/>
              <a:t>Login to BIA Security using this link:</a:t>
            </a:r>
          </a:p>
          <a:p>
            <a:pPr marL="0" lvl="1" indent="0">
              <a:buNone/>
              <a:defRPr/>
            </a:pPr>
            <a:r>
              <a:rPr lang="en-US" sz="1800" dirty="0">
                <a:solidFill>
                  <a:schemeClr val="accent1"/>
                </a:solidFill>
              </a:rPr>
              <a:t>       </a:t>
            </a:r>
            <a:r>
              <a:rPr lang="en-US" sz="1800" dirty="0">
                <a:solidFill>
                  <a:schemeClr val="accent1"/>
                </a:solidFill>
                <a:hlinkClick r:id="rId3"/>
              </a:rPr>
              <a:t>https://biasecurity.bia.inside.ups.com/</a:t>
            </a:r>
            <a:endParaRPr lang="en-US" sz="1800" b="0" dirty="0">
              <a:solidFill>
                <a:schemeClr val="accent1"/>
              </a:solidFill>
            </a:endParaRPr>
          </a:p>
        </p:txBody>
      </p:sp>
      <p:sp>
        <p:nvSpPr>
          <p:cNvPr id="3077" name="Text Box 4"/>
          <p:cNvSpPr txBox="1">
            <a:spLocks noChangeArrowheads="1"/>
          </p:cNvSpPr>
          <p:nvPr/>
        </p:nvSpPr>
        <p:spPr bwMode="auto">
          <a:xfrm>
            <a:off x="228600" y="6464300"/>
            <a:ext cx="48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pPr eaLnBrk="1" hangingPunct="1"/>
            <a:endParaRPr lang="en-US"/>
          </a:p>
        </p:txBody>
      </p:sp>
      <p:sp>
        <p:nvSpPr>
          <p:cNvPr id="9" name="Rectangle 3"/>
          <p:cNvSpPr txBox="1">
            <a:spLocks noChangeArrowheads="1"/>
          </p:cNvSpPr>
          <p:nvPr/>
        </p:nvSpPr>
        <p:spPr bwMode="auto">
          <a:xfrm>
            <a:off x="1355424" y="4626036"/>
            <a:ext cx="420579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50000"/>
              </a:spcBef>
              <a:spcAft>
                <a:spcPct val="0"/>
              </a:spcAft>
              <a:defRPr sz="2000">
                <a:solidFill>
                  <a:schemeClr val="tx1"/>
                </a:solidFill>
                <a:latin typeface="+mn-lt"/>
                <a:ea typeface="+mn-ea"/>
                <a:cs typeface="+mn-cs"/>
              </a:defRPr>
            </a:lvl1pPr>
            <a:lvl2pPr marL="282575" indent="-168275" algn="l" rtl="0" eaLnBrk="1" fontAlgn="base" hangingPunct="1">
              <a:spcBef>
                <a:spcPct val="50000"/>
              </a:spcBef>
              <a:spcAft>
                <a:spcPct val="0"/>
              </a:spcAft>
              <a:buClr>
                <a:schemeClr val="tx1"/>
              </a:buClr>
              <a:buChar char="•"/>
              <a:defRPr sz="2000">
                <a:solidFill>
                  <a:schemeClr val="tx1"/>
                </a:solidFill>
                <a:latin typeface="+mn-lt"/>
              </a:defRPr>
            </a:lvl2pPr>
            <a:lvl3pPr marL="625475" indent="-228600" algn="l" rtl="0" eaLnBrk="1" fontAlgn="base" hangingPunct="1">
              <a:spcBef>
                <a:spcPct val="25000"/>
              </a:spcBef>
              <a:spcAft>
                <a:spcPct val="0"/>
              </a:spcAft>
              <a:buClr>
                <a:schemeClr val="tx1"/>
              </a:buClr>
              <a:buChar char="–"/>
              <a:defRPr sz="2000">
                <a:solidFill>
                  <a:schemeClr val="tx1"/>
                </a:solidFill>
                <a:latin typeface="+mn-lt"/>
              </a:defRPr>
            </a:lvl3pPr>
            <a:lvl4pPr marL="968375" indent="-228600" algn="l" rtl="0" eaLnBrk="1" fontAlgn="base" hangingPunct="1">
              <a:spcBef>
                <a:spcPct val="25000"/>
              </a:spcBef>
              <a:spcAft>
                <a:spcPct val="0"/>
              </a:spcAft>
              <a:buClr>
                <a:schemeClr val="tx1"/>
              </a:buClr>
              <a:buChar char="–"/>
              <a:defRPr sz="2000">
                <a:solidFill>
                  <a:schemeClr val="tx1"/>
                </a:solidFill>
                <a:latin typeface="+mn-lt"/>
              </a:defRPr>
            </a:lvl4pPr>
            <a:lvl5pPr marL="1311275" indent="-228600" algn="l" rtl="0" eaLnBrk="1" fontAlgn="base" hangingPunct="1">
              <a:spcBef>
                <a:spcPct val="25000"/>
              </a:spcBef>
              <a:spcAft>
                <a:spcPct val="0"/>
              </a:spcAft>
              <a:buClr>
                <a:schemeClr val="tx1"/>
              </a:buClr>
              <a:buChar char="–"/>
              <a:defRPr sz="2000">
                <a:solidFill>
                  <a:schemeClr val="tx1"/>
                </a:solidFill>
                <a:latin typeface="+mn-lt"/>
              </a:defRPr>
            </a:lvl5pPr>
            <a:lvl6pPr marL="1768475" indent="-228600" algn="l" rtl="0" eaLnBrk="1" fontAlgn="base" hangingPunct="1">
              <a:spcBef>
                <a:spcPct val="25000"/>
              </a:spcBef>
              <a:spcAft>
                <a:spcPct val="0"/>
              </a:spcAft>
              <a:buClr>
                <a:schemeClr val="tx1"/>
              </a:buClr>
              <a:buChar char="–"/>
              <a:defRPr sz="2000">
                <a:solidFill>
                  <a:schemeClr val="tx1"/>
                </a:solidFill>
                <a:latin typeface="+mn-lt"/>
              </a:defRPr>
            </a:lvl6pPr>
            <a:lvl7pPr marL="2225675" indent="-228600" algn="l" rtl="0" eaLnBrk="1" fontAlgn="base" hangingPunct="1">
              <a:spcBef>
                <a:spcPct val="25000"/>
              </a:spcBef>
              <a:spcAft>
                <a:spcPct val="0"/>
              </a:spcAft>
              <a:buClr>
                <a:schemeClr val="tx1"/>
              </a:buClr>
              <a:buChar char="–"/>
              <a:defRPr sz="2000">
                <a:solidFill>
                  <a:schemeClr val="tx1"/>
                </a:solidFill>
                <a:latin typeface="+mn-lt"/>
              </a:defRPr>
            </a:lvl7pPr>
            <a:lvl8pPr marL="2682875" indent="-228600" algn="l" rtl="0" eaLnBrk="1" fontAlgn="base" hangingPunct="1">
              <a:spcBef>
                <a:spcPct val="25000"/>
              </a:spcBef>
              <a:spcAft>
                <a:spcPct val="0"/>
              </a:spcAft>
              <a:buClr>
                <a:schemeClr val="tx1"/>
              </a:buClr>
              <a:buChar char="–"/>
              <a:defRPr sz="2000">
                <a:solidFill>
                  <a:schemeClr val="tx1"/>
                </a:solidFill>
                <a:latin typeface="+mn-lt"/>
              </a:defRPr>
            </a:lvl8pPr>
            <a:lvl9pPr marL="3140075" indent="-228600" algn="l" rtl="0" eaLnBrk="1" fontAlgn="base" hangingPunct="1">
              <a:spcBef>
                <a:spcPct val="25000"/>
              </a:spcBef>
              <a:spcAft>
                <a:spcPct val="0"/>
              </a:spcAft>
              <a:buClr>
                <a:schemeClr val="tx1"/>
              </a:buClr>
              <a:buChar char="–"/>
              <a:defRPr sz="2000">
                <a:solidFill>
                  <a:schemeClr val="tx1"/>
                </a:solidFill>
                <a:latin typeface="+mn-lt"/>
              </a:defRPr>
            </a:lvl9pPr>
          </a:lstStyle>
          <a:p>
            <a:pPr marL="0" lvl="1" indent="0">
              <a:buFontTx/>
              <a:buNone/>
              <a:defRPr/>
            </a:pPr>
            <a:endParaRPr lang="en-US" sz="1800" kern="0" dirty="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565892"/>
            <a:ext cx="9144000" cy="3726216"/>
          </a:xfrm>
          <a:prstGeom prst="rect">
            <a:avLst/>
          </a:prstGeom>
        </p:spPr>
      </p:pic>
    </p:spTree>
    <p:extLst>
      <p:ext uri="{BB962C8B-B14F-4D97-AF65-F5344CB8AC3E}">
        <p14:creationId xmlns:p14="http://schemas.microsoft.com/office/powerpoint/2010/main" val="3096462638"/>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Grp="1" noChangeArrowheads="1"/>
          </p:cNvSpPr>
          <p:nvPr>
            <p:ph type="sldNum" sz="quarter" idx="10"/>
          </p:nvPr>
        </p:nvSpPr>
        <p:spPr>
          <a:noFill/>
        </p:spPr>
        <p:txBody>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fld id="{CD327F9A-9351-4BFB-A818-5091D31BA4BA}" type="slidenum">
              <a:rPr lang="en-US" smtClean="0">
                <a:solidFill>
                  <a:schemeClr val="bg1"/>
                </a:solidFill>
              </a:rPr>
              <a:pPr/>
              <a:t>21</a:t>
            </a:fld>
            <a:endParaRPr lang="en-US" dirty="0">
              <a:solidFill>
                <a:schemeClr val="bg1"/>
              </a:solidFill>
            </a:endParaRPr>
          </a:p>
        </p:txBody>
      </p:sp>
      <p:sp>
        <p:nvSpPr>
          <p:cNvPr id="3075" name="Rectangle 2"/>
          <p:cNvSpPr>
            <a:spLocks noGrp="1" noChangeArrowheads="1"/>
          </p:cNvSpPr>
          <p:nvPr>
            <p:ph type="title"/>
          </p:nvPr>
        </p:nvSpPr>
        <p:spPr/>
        <p:txBody>
          <a:bodyPr/>
          <a:lstStyle/>
          <a:p>
            <a:r>
              <a:rPr lang="en-US" sz="3200" dirty="0"/>
              <a:t>BIA Application Access Request Steps</a:t>
            </a:r>
          </a:p>
        </p:txBody>
      </p:sp>
      <p:sp>
        <p:nvSpPr>
          <p:cNvPr id="3076" name="Rectangle 3"/>
          <p:cNvSpPr>
            <a:spLocks noGrp="1" noChangeArrowheads="1"/>
          </p:cNvSpPr>
          <p:nvPr>
            <p:ph idx="1"/>
          </p:nvPr>
        </p:nvSpPr>
        <p:spPr>
          <a:xfrm>
            <a:off x="469900" y="831850"/>
            <a:ext cx="8051800" cy="5292725"/>
          </a:xfrm>
        </p:spPr>
        <p:txBody>
          <a:bodyPr/>
          <a:lstStyle/>
          <a:p>
            <a:pPr marL="0" lvl="1" indent="0">
              <a:buNone/>
              <a:defRPr/>
            </a:pPr>
            <a:r>
              <a:rPr lang="en-US" sz="1800" dirty="0"/>
              <a:t>2. User the Search field to find the needed app.  Click the blue + button next to an app to request access.</a:t>
            </a:r>
            <a:endParaRPr lang="en-US" sz="1800" b="0" dirty="0"/>
          </a:p>
        </p:txBody>
      </p:sp>
      <p:sp>
        <p:nvSpPr>
          <p:cNvPr id="3077" name="Text Box 4"/>
          <p:cNvSpPr txBox="1">
            <a:spLocks noChangeArrowheads="1"/>
          </p:cNvSpPr>
          <p:nvPr/>
        </p:nvSpPr>
        <p:spPr bwMode="auto">
          <a:xfrm>
            <a:off x="228600" y="6464300"/>
            <a:ext cx="48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pPr eaLnBrk="1" hangingPunct="1"/>
            <a:endParaRPr lang="en-US"/>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55750"/>
            <a:ext cx="9144000" cy="3736823"/>
          </a:xfrm>
          <a:prstGeom prst="rect">
            <a:avLst/>
          </a:prstGeom>
        </p:spPr>
      </p:pic>
      <p:cxnSp>
        <p:nvCxnSpPr>
          <p:cNvPr id="5" name="Straight Arrow Connector 4"/>
          <p:cNvCxnSpPr/>
          <p:nvPr/>
        </p:nvCxnSpPr>
        <p:spPr bwMode="auto">
          <a:xfrm flipH="1" flipV="1">
            <a:off x="469900" y="3359217"/>
            <a:ext cx="241300" cy="2348564"/>
          </a:xfrm>
          <a:prstGeom prst="straightConnector1">
            <a:avLst/>
          </a:prstGeom>
          <a:solidFill>
            <a:schemeClr val="accent1"/>
          </a:solidFill>
          <a:ln>
            <a:noFill/>
            <a:headEnd type="triangle"/>
            <a:tailEnd type="triangle"/>
          </a:ln>
          <a:effectLst/>
          <a:extLst>
            <a:ext uri="{91240B29-F687-4F45-9708-019B960494DF}">
              <a14:hiddenLine xmlns:a14="http://schemas.microsoft.com/office/drawing/2010/main" w="19050" cap="flat" cmpd="sng" algn="ctr">
                <a:solidFill>
                  <a:schemeClr val="accent2"/>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Straight Arrow Connector 7"/>
          <p:cNvCxnSpPr/>
          <p:nvPr/>
        </p:nvCxnSpPr>
        <p:spPr bwMode="auto">
          <a:xfrm flipH="1" flipV="1">
            <a:off x="1097280" y="3936733"/>
            <a:ext cx="827773" cy="1915427"/>
          </a:xfrm>
          <a:prstGeom prst="straightConnector1">
            <a:avLst/>
          </a:prstGeom>
          <a:solidFill>
            <a:schemeClr val="accent1"/>
          </a:solidFill>
          <a:ln>
            <a:noFill/>
            <a:tailEnd type="triangle"/>
          </a:ln>
          <a:effectLst/>
          <a:extLst>
            <a:ext uri="{91240B29-F687-4F45-9708-019B960494DF}">
              <a14:hiddenLine xmlns:a14="http://schemas.microsoft.com/office/drawing/2010/main" w="19050" cap="flat" cmpd="sng" algn="ctr">
                <a:solidFill>
                  <a:schemeClr val="accent2"/>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Right Arrow 12"/>
          <p:cNvSpPr/>
          <p:nvPr/>
        </p:nvSpPr>
        <p:spPr bwMode="auto">
          <a:xfrm rot="5400000">
            <a:off x="92810" y="2119846"/>
            <a:ext cx="506730" cy="308008"/>
          </a:xfrm>
          <a:prstGeom prst="rightArrow">
            <a:avLst/>
          </a:prstGeom>
          <a:solidFill>
            <a:schemeClr val="accent6"/>
          </a:solidFill>
          <a:ln>
            <a:noFill/>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endParaRPr kumimoji="0" lang="en-US" sz="20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860349553"/>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8"/>
          <p:cNvSpPr>
            <a:spLocks noGrp="1" noChangeArrowheads="1"/>
          </p:cNvSpPr>
          <p:nvPr>
            <p:ph type="sldNum" sz="quarter" idx="10"/>
          </p:nvPr>
        </p:nvSpPr>
        <p:spPr>
          <a:noFill/>
        </p:spPr>
        <p:txBody>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fld id="{CD327F9A-9351-4BFB-A818-5091D31BA4BA}" type="slidenum">
              <a:rPr lang="en-US" smtClean="0">
                <a:solidFill>
                  <a:schemeClr val="bg1"/>
                </a:solidFill>
              </a:rPr>
              <a:pPr/>
              <a:t>22</a:t>
            </a:fld>
            <a:endParaRPr lang="en-US" dirty="0">
              <a:solidFill>
                <a:schemeClr val="bg1"/>
              </a:solidFill>
            </a:endParaRPr>
          </a:p>
        </p:txBody>
      </p:sp>
      <p:sp>
        <p:nvSpPr>
          <p:cNvPr id="3075" name="Rectangle 2"/>
          <p:cNvSpPr>
            <a:spLocks noGrp="1" noChangeArrowheads="1"/>
          </p:cNvSpPr>
          <p:nvPr>
            <p:ph type="title"/>
          </p:nvPr>
        </p:nvSpPr>
        <p:spPr/>
        <p:txBody>
          <a:bodyPr/>
          <a:lstStyle/>
          <a:p>
            <a:r>
              <a:rPr lang="en-US" sz="3200" dirty="0"/>
              <a:t>BIA Application Access Request Steps</a:t>
            </a:r>
          </a:p>
        </p:txBody>
      </p:sp>
      <p:sp>
        <p:nvSpPr>
          <p:cNvPr id="3076" name="Rectangle 3"/>
          <p:cNvSpPr>
            <a:spLocks noGrp="1" noChangeArrowheads="1"/>
          </p:cNvSpPr>
          <p:nvPr>
            <p:ph idx="1"/>
          </p:nvPr>
        </p:nvSpPr>
        <p:spPr>
          <a:xfrm>
            <a:off x="469900" y="831850"/>
            <a:ext cx="8051800" cy="973723"/>
          </a:xfrm>
        </p:spPr>
        <p:txBody>
          <a:bodyPr/>
          <a:lstStyle/>
          <a:p>
            <a:pPr marL="0" lvl="1" indent="0">
              <a:buNone/>
              <a:defRPr/>
            </a:pPr>
            <a:r>
              <a:rPr lang="en-US" sz="1800" dirty="0"/>
              <a:t>3. Provide Request Geo, Access Level and a detailed Reason.  Hit Request Access.  The app manager will be notified of your request and </a:t>
            </a:r>
            <a:r>
              <a:rPr lang="en-US" sz="1800"/>
              <a:t>will review.</a:t>
            </a:r>
            <a:endParaRPr lang="en-US" sz="1800" dirty="0"/>
          </a:p>
          <a:p>
            <a:pPr marL="0" lvl="1" indent="0">
              <a:buNone/>
              <a:defRPr/>
            </a:pPr>
            <a:endParaRPr lang="en-US" sz="1800" b="0" dirty="0"/>
          </a:p>
        </p:txBody>
      </p:sp>
      <p:sp>
        <p:nvSpPr>
          <p:cNvPr id="3077" name="Text Box 4"/>
          <p:cNvSpPr txBox="1">
            <a:spLocks noChangeArrowheads="1"/>
          </p:cNvSpPr>
          <p:nvPr/>
        </p:nvSpPr>
        <p:spPr bwMode="auto">
          <a:xfrm>
            <a:off x="228600" y="6464300"/>
            <a:ext cx="48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000">
                <a:solidFill>
                  <a:schemeClr val="tx1"/>
                </a:solidFill>
                <a:latin typeface="Arial" charset="0"/>
              </a:defRPr>
            </a:lvl1pPr>
            <a:lvl2pPr marL="742950" indent="-285750" eaLnBrk="0" hangingPunct="0">
              <a:defRPr sz="2000">
                <a:solidFill>
                  <a:schemeClr val="tx1"/>
                </a:solidFill>
                <a:latin typeface="Arial" charset="0"/>
              </a:defRPr>
            </a:lvl2pPr>
            <a:lvl3pPr marL="1143000" indent="-228600" eaLnBrk="0" hangingPunct="0">
              <a:defRPr sz="2000">
                <a:solidFill>
                  <a:schemeClr val="tx1"/>
                </a:solidFill>
                <a:latin typeface="Arial" charset="0"/>
              </a:defRPr>
            </a:lvl3pPr>
            <a:lvl4pPr marL="1600200" indent="-228600" eaLnBrk="0" hangingPunct="0">
              <a:defRPr sz="2000">
                <a:solidFill>
                  <a:schemeClr val="tx1"/>
                </a:solidFill>
                <a:latin typeface="Arial" charset="0"/>
              </a:defRPr>
            </a:lvl4pPr>
            <a:lvl5pPr marL="2057400" indent="-228600" eaLnBrk="0" hangingPunct="0">
              <a:defRPr sz="2000">
                <a:solidFill>
                  <a:schemeClr val="tx1"/>
                </a:solidFill>
                <a:latin typeface="Arial" charset="0"/>
              </a:defRPr>
            </a:lvl5pPr>
            <a:lvl6pPr marL="2514600" indent="-228600" algn="ctr" eaLnBrk="0" fontAlgn="base" hangingPunct="0">
              <a:spcBef>
                <a:spcPct val="50000"/>
              </a:spcBef>
              <a:spcAft>
                <a:spcPct val="0"/>
              </a:spcAft>
              <a:defRPr sz="2000">
                <a:solidFill>
                  <a:schemeClr val="tx1"/>
                </a:solidFill>
                <a:latin typeface="Arial" charset="0"/>
              </a:defRPr>
            </a:lvl6pPr>
            <a:lvl7pPr marL="2971800" indent="-228600" algn="ctr" eaLnBrk="0" fontAlgn="base" hangingPunct="0">
              <a:spcBef>
                <a:spcPct val="50000"/>
              </a:spcBef>
              <a:spcAft>
                <a:spcPct val="0"/>
              </a:spcAft>
              <a:defRPr sz="2000">
                <a:solidFill>
                  <a:schemeClr val="tx1"/>
                </a:solidFill>
                <a:latin typeface="Arial" charset="0"/>
              </a:defRPr>
            </a:lvl7pPr>
            <a:lvl8pPr marL="3429000" indent="-228600" algn="ctr" eaLnBrk="0" fontAlgn="base" hangingPunct="0">
              <a:spcBef>
                <a:spcPct val="50000"/>
              </a:spcBef>
              <a:spcAft>
                <a:spcPct val="0"/>
              </a:spcAft>
              <a:defRPr sz="2000">
                <a:solidFill>
                  <a:schemeClr val="tx1"/>
                </a:solidFill>
                <a:latin typeface="Arial" charset="0"/>
              </a:defRPr>
            </a:lvl8pPr>
            <a:lvl9pPr marL="3886200" indent="-228600" algn="ctr" eaLnBrk="0" fontAlgn="base" hangingPunct="0">
              <a:spcBef>
                <a:spcPct val="50000"/>
              </a:spcBef>
              <a:spcAft>
                <a:spcPct val="0"/>
              </a:spcAft>
              <a:defRPr sz="2000">
                <a:solidFill>
                  <a:schemeClr val="tx1"/>
                </a:solidFill>
                <a:latin typeface="Arial" charset="0"/>
              </a:defRPr>
            </a:lvl9pPr>
          </a:lstStyle>
          <a:p>
            <a:pPr eaLnBrk="1" hangingPunct="1"/>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5744" y="1974850"/>
            <a:ext cx="5545186" cy="4153065"/>
          </a:xfrm>
          <a:prstGeom prst="rect">
            <a:avLst/>
          </a:prstGeom>
        </p:spPr>
      </p:pic>
    </p:spTree>
    <p:extLst>
      <p:ext uri="{BB962C8B-B14F-4D97-AF65-F5344CB8AC3E}">
        <p14:creationId xmlns:p14="http://schemas.microsoft.com/office/powerpoint/2010/main" val="1320044353"/>
      </p:ext>
    </p:extLst>
  </p:cSld>
  <p:clrMapOvr>
    <a:masterClrMapping/>
  </p:clrMapOvr>
  <mc:AlternateContent xmlns:mc="http://schemas.openxmlformats.org/markup-compatibility/2006" xmlns:p14="http://schemas.microsoft.com/office/powerpoint/2010/main">
    <mc:Choice Requires="p14">
      <p:transition spd="slow" p14:dur="12000" advTm="12000"/>
    </mc:Choice>
    <mc:Fallback xmlns="">
      <p:transition spd="slow" advTm="12000"/>
    </mc:Fallback>
  </mc:AlternateContent>
</p:sld>
</file>

<file path=ppt/theme/theme1.xml><?xml version="1.0" encoding="utf-8"?>
<a:theme xmlns:a="http://schemas.openxmlformats.org/drawingml/2006/main" name="O_R Presentation for Comp Ops Kickoff Template v3">
  <a:themeElements>
    <a:clrScheme name="Custom 1">
      <a:dk1>
        <a:srgbClr val="330000"/>
      </a:dk1>
      <a:lt1>
        <a:srgbClr val="FFFFFF"/>
      </a:lt1>
      <a:dk2>
        <a:srgbClr val="364505"/>
      </a:dk2>
      <a:lt2>
        <a:srgbClr val="003436"/>
      </a:lt2>
      <a:accent1>
        <a:srgbClr val="850600"/>
      </a:accent1>
      <a:accent2>
        <a:srgbClr val="FFBF45"/>
      </a:accent2>
      <a:accent3>
        <a:srgbClr val="AEB0AA"/>
      </a:accent3>
      <a:accent4>
        <a:srgbClr val="DADADA"/>
      </a:accent4>
      <a:accent5>
        <a:srgbClr val="C2AAAA"/>
      </a:accent5>
      <a:accent6>
        <a:srgbClr val="DC160F"/>
      </a:accent6>
      <a:hlink>
        <a:srgbClr val="FF7800"/>
      </a:hlink>
      <a:folHlink>
        <a:srgbClr val="C984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19050" cap="flat" cmpd="sng" algn="ctr">
              <a:solidFill>
                <a:schemeClr val="accent2"/>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19050" cap="flat" cmpd="sng" algn="ctr">
              <a:solidFill>
                <a:schemeClr val="accent2"/>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defRPr>
        </a:defPPr>
      </a:lstStyle>
    </a:lnDef>
  </a:objectDefaults>
  <a:extraClrSchemeLst>
    <a:extraClrScheme>
      <a:clrScheme name="3_ups_ppt_print 1">
        <a:dk1>
          <a:srgbClr val="330000"/>
        </a:dk1>
        <a:lt1>
          <a:srgbClr val="FFFFFF"/>
        </a:lt1>
        <a:dk2>
          <a:srgbClr val="364505"/>
        </a:dk2>
        <a:lt2>
          <a:srgbClr val="003436"/>
        </a:lt2>
        <a:accent1>
          <a:srgbClr val="850600"/>
        </a:accent1>
        <a:accent2>
          <a:srgbClr val="F31A12"/>
        </a:accent2>
        <a:accent3>
          <a:srgbClr val="FFFFFF"/>
        </a:accent3>
        <a:accent4>
          <a:srgbClr val="2A0000"/>
        </a:accent4>
        <a:accent5>
          <a:srgbClr val="C2AAAA"/>
        </a:accent5>
        <a:accent6>
          <a:srgbClr val="DC160F"/>
        </a:accent6>
        <a:hlink>
          <a:srgbClr val="FF7800"/>
        </a:hlink>
        <a:folHlink>
          <a:srgbClr val="C98400"/>
        </a:folHlink>
      </a:clrScheme>
      <a:clrMap bg1="lt1" tx1="dk1" bg2="lt2" tx2="dk2" accent1="accent1" accent2="accent2" accent3="accent3" accent4="accent4" accent5="accent5" accent6="accent6" hlink="hlink" folHlink="folHlink"/>
    </a:extraClrScheme>
    <a:extraClrScheme>
      <a:clrScheme name="3_ups_ppt_print 2">
        <a:dk1>
          <a:srgbClr val="003436"/>
        </a:dk1>
        <a:lt1>
          <a:srgbClr val="FFFFFF"/>
        </a:lt1>
        <a:dk2>
          <a:srgbClr val="330000"/>
        </a:dk2>
        <a:lt2>
          <a:srgbClr val="364505"/>
        </a:lt2>
        <a:accent1>
          <a:srgbClr val="850600"/>
        </a:accent1>
        <a:accent2>
          <a:srgbClr val="F31A12"/>
        </a:accent2>
        <a:accent3>
          <a:srgbClr val="ADAAAA"/>
        </a:accent3>
        <a:accent4>
          <a:srgbClr val="DADADA"/>
        </a:accent4>
        <a:accent5>
          <a:srgbClr val="C2AAAA"/>
        </a:accent5>
        <a:accent6>
          <a:srgbClr val="DC160F"/>
        </a:accent6>
        <a:hlink>
          <a:srgbClr val="FF7800"/>
        </a:hlink>
        <a:folHlink>
          <a:srgbClr val="C984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0305CC3DD72B43A1A39EEE50353DCF" ma:contentTypeVersion="0" ma:contentTypeDescription="Create a new document." ma:contentTypeScope="" ma:versionID="d96a6307d1433867a0e6c87e7ac5c25b">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D9AFEA-F56A-4117-8C98-68D142C97E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62533917-41A2-4373-B03D-541B0A63613F}">
  <ds:schemaRefs>
    <ds:schemaRef ds:uri="http://schemas.microsoft.com/sharepoint/v3/contenttype/forms"/>
  </ds:schemaRefs>
</ds:datastoreItem>
</file>

<file path=customXml/itemProps3.xml><?xml version="1.0" encoding="utf-8"?>
<ds:datastoreItem xmlns:ds="http://schemas.openxmlformats.org/officeDocument/2006/customXml" ds:itemID="{1136F0D4-9508-44DC-BC2C-5D0B345E2E8B}">
  <ds:schemaRefs>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O_R Presentation for Comp Ops Kickoff Template v3</Template>
  <TotalTime>27662</TotalTime>
  <Words>702</Words>
  <Application>Microsoft Office PowerPoint</Application>
  <PresentationFormat>On-screen Show (4:3)</PresentationFormat>
  <Paragraphs>113</Paragraphs>
  <Slides>22</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Courier New</vt:lpstr>
      <vt:lpstr>Times New Roman</vt:lpstr>
      <vt:lpstr>Wingdings</vt:lpstr>
      <vt:lpstr>O_R Presentation for Comp Ops Kickoff Template v3</vt:lpstr>
      <vt:lpstr>How to Request Access</vt:lpstr>
      <vt:lpstr>Requesting Access to BIA: Access Requirements</vt:lpstr>
      <vt:lpstr>Why All The Changes?</vt:lpstr>
      <vt:lpstr>QUICK REFERENCE:</vt:lpstr>
      <vt:lpstr>PowerPoint Presentation</vt:lpstr>
      <vt:lpstr>IF You Have No IIQ Access:</vt:lpstr>
      <vt:lpstr>IF You Have IIQ Access But Not BIA Security Access:</vt:lpstr>
      <vt:lpstr>PowerPoint Presentation</vt:lpstr>
      <vt:lpstr>BIA Profile Creation </vt:lpstr>
      <vt:lpstr>BIA Profile Creation </vt:lpstr>
      <vt:lpstr>BIA Profile Creation </vt:lpstr>
      <vt:lpstr>BIA Profile Creation </vt:lpstr>
      <vt:lpstr>PowerPoint Presentation</vt:lpstr>
      <vt:lpstr>IIQ Request Steps </vt:lpstr>
      <vt:lpstr>IIQ Request Steps </vt:lpstr>
      <vt:lpstr>IIQ Request Steps </vt:lpstr>
      <vt:lpstr>IIQ Request Steps </vt:lpstr>
      <vt:lpstr>IIQ Request Steps </vt:lpstr>
      <vt:lpstr>PowerPoint Presentation</vt:lpstr>
      <vt:lpstr>BIA Application Access Request Steps</vt:lpstr>
      <vt:lpstr>BIA Application Access Request Steps</vt:lpstr>
      <vt:lpstr>BIA Application Access Request Steps</vt:lpstr>
    </vt:vector>
  </TitlesOfParts>
  <Company>United Parcel Service of America,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MBIA Application Overview</dc:title>
  <dc:creator>Schuhr John (ext2jms)</dc:creator>
  <cp:lastModifiedBy>Zach Chiovaro</cp:lastModifiedBy>
  <cp:revision>229</cp:revision>
  <dcterms:created xsi:type="dcterms:W3CDTF">2012-05-02T18:07:35Z</dcterms:created>
  <dcterms:modified xsi:type="dcterms:W3CDTF">2023-03-02T16:07:36Z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ContentTypeId">
    <vt:lpwstr>0x010100000305CC3DD72B43A1A39EEE50353DCF</vt:lpwstr>
  </property>
</Properties>
</file>